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8" r:id="rId1"/>
    <p:sldMasterId id="2147483699" r:id="rId2"/>
  </p:sldMasterIdLst>
  <p:notesMasterIdLst>
    <p:notesMasterId r:id="rId13"/>
  </p:notesMasterIdLst>
  <p:sldIdLst>
    <p:sldId id="256" r:id="rId3"/>
    <p:sldId id="257" r:id="rId4"/>
    <p:sldId id="258" r:id="rId5"/>
    <p:sldId id="259" r:id="rId6"/>
    <p:sldId id="260" r:id="rId7"/>
    <p:sldId id="261" r:id="rId8"/>
    <p:sldId id="262" r:id="rId9"/>
    <p:sldId id="263" r:id="rId10"/>
    <p:sldId id="264" r:id="rId11"/>
    <p:sldId id="265" r:id="rId12"/>
  </p:sldIdLst>
  <p:sldSz cx="9144000" cy="5143500" type="screen16x9"/>
  <p:notesSz cx="6858000" cy="9144000"/>
  <p:embeddedFontLst>
    <p:embeddedFont>
      <p:font typeface="Urbanist" panose="020B0A04040200000203" pitchFamily="34" charset="77"/>
      <p:regular r:id="rId14"/>
      <p:bold r:id="rId15"/>
      <p:italic r:id="rId16"/>
      <p:boldItalic r:id="rId17"/>
    </p:embeddedFont>
    <p:embeddedFont>
      <p:font typeface="Urbanist Medium" panose="020B0A04040200000203" pitchFamily="34" charset="77"/>
      <p:regular r:id="rId18"/>
      <p:bold r:id="rId19"/>
      <p:italic r:id="rId20"/>
      <p:boldItalic r:id="rId21"/>
    </p:embeddedFont>
    <p:embeddedFont>
      <p:font typeface="Urbanist SemiBold" panose="020B0A04040200000203" pitchFamily="34" charset="77"/>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58"/>
  </p:normalViewPr>
  <p:slideViewPr>
    <p:cSldViewPr snapToGrid="0">
      <p:cViewPr varScale="1">
        <p:scale>
          <a:sx n="160" d="100"/>
          <a:sy n="160" d="100"/>
        </p:scale>
        <p:origin x="784" y="184"/>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font" Target="fonts/font8.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font" Target="fonts/font4.fntdata"/><Relationship Id="rId25" Type="http://schemas.openxmlformats.org/officeDocument/2006/relationships/font" Target="fonts/font12.fntdata"/><Relationship Id="rId2" Type="http://schemas.openxmlformats.org/officeDocument/2006/relationships/slideMaster" Target="slideMasters/slideMaster2.xml"/><Relationship Id="rId16" Type="http://schemas.openxmlformats.org/officeDocument/2006/relationships/font" Target="fonts/font3.fntdata"/><Relationship Id="rId20" Type="http://schemas.openxmlformats.org/officeDocument/2006/relationships/font" Target="fonts/font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11.fntdata"/><Relationship Id="rId5" Type="http://schemas.openxmlformats.org/officeDocument/2006/relationships/slide" Target="slides/slide3.xml"/><Relationship Id="rId15" Type="http://schemas.openxmlformats.org/officeDocument/2006/relationships/font" Target="fonts/font2.fntdata"/><Relationship Id="rId23" Type="http://schemas.openxmlformats.org/officeDocument/2006/relationships/font" Target="fonts/font10.fntdata"/><Relationship Id="rId28" Type="http://schemas.openxmlformats.org/officeDocument/2006/relationships/theme" Target="theme/theme1.xml"/><Relationship Id="rId10" Type="http://schemas.openxmlformats.org/officeDocument/2006/relationships/slide" Target="slides/slide8.xml"/><Relationship Id="rId19" Type="http://schemas.openxmlformats.org/officeDocument/2006/relationships/font" Target="fonts/font6.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font" Target="fonts/font1.fntdata"/><Relationship Id="rId22" Type="http://schemas.openxmlformats.org/officeDocument/2006/relationships/font" Target="fonts/font9.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8"/>
        <p:cNvGrpSpPr/>
        <p:nvPr/>
      </p:nvGrpSpPr>
      <p:grpSpPr>
        <a:xfrm>
          <a:off x="0" y="0"/>
          <a:ext cx="0" cy="0"/>
          <a:chOff x="0" y="0"/>
          <a:chExt cx="0" cy="0"/>
        </a:xfrm>
      </p:grpSpPr>
      <p:sp>
        <p:nvSpPr>
          <p:cNvPr id="479" name="Google Shape;479;g36ed73f08bc_0_10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80" name="Google Shape;480;g36ed73f08bc_0_10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4"/>
        <p:cNvGrpSpPr/>
        <p:nvPr/>
      </p:nvGrpSpPr>
      <p:grpSpPr>
        <a:xfrm>
          <a:off x="0" y="0"/>
          <a:ext cx="0" cy="0"/>
          <a:chOff x="0" y="0"/>
          <a:chExt cx="0" cy="0"/>
        </a:xfrm>
      </p:grpSpPr>
      <p:sp>
        <p:nvSpPr>
          <p:cNvPr id="495" name="Google Shape;495;g392b5b68b4e_0_1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6" name="Google Shape;496;g392b5b68b4e_0_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2"/>
        <p:cNvGrpSpPr/>
        <p:nvPr/>
      </p:nvGrpSpPr>
      <p:grpSpPr>
        <a:xfrm>
          <a:off x="0" y="0"/>
          <a:ext cx="0" cy="0"/>
          <a:chOff x="0" y="0"/>
          <a:chExt cx="0" cy="0"/>
        </a:xfrm>
      </p:grpSpPr>
      <p:sp>
        <p:nvSpPr>
          <p:cNvPr id="513" name="Google Shape;513;g36ed73f08bc_1_14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14" name="Google Shape;514;g36ed73f08bc_1_14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g36ed73f08bc_1_142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g36ed73f08bc_1_14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9"/>
        <p:cNvGrpSpPr/>
        <p:nvPr/>
      </p:nvGrpSpPr>
      <p:grpSpPr>
        <a:xfrm>
          <a:off x="0" y="0"/>
          <a:ext cx="0" cy="0"/>
          <a:chOff x="0" y="0"/>
          <a:chExt cx="0" cy="0"/>
        </a:xfrm>
      </p:grpSpPr>
      <p:sp>
        <p:nvSpPr>
          <p:cNvPr id="530" name="Google Shape;530;g392b5b68b4e_0_8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31" name="Google Shape;531;g392b5b68b4e_0_8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8"/>
        <p:cNvGrpSpPr/>
        <p:nvPr/>
      </p:nvGrpSpPr>
      <p:grpSpPr>
        <a:xfrm>
          <a:off x="0" y="0"/>
          <a:ext cx="0" cy="0"/>
          <a:chOff x="0" y="0"/>
          <a:chExt cx="0" cy="0"/>
        </a:xfrm>
      </p:grpSpPr>
      <p:sp>
        <p:nvSpPr>
          <p:cNvPr id="539" name="Google Shape;539;g392b5b68b4e_0_9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0" name="Google Shape;540;g392b5b68b4e_0_9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
        <p:cNvGrpSpPr/>
        <p:nvPr/>
      </p:nvGrpSpPr>
      <p:grpSpPr>
        <a:xfrm>
          <a:off x="0" y="0"/>
          <a:ext cx="0" cy="0"/>
          <a:chOff x="0" y="0"/>
          <a:chExt cx="0" cy="0"/>
        </a:xfrm>
      </p:grpSpPr>
      <p:sp>
        <p:nvSpPr>
          <p:cNvPr id="548" name="Google Shape;548;g392b5b68b4e_0_10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9" name="Google Shape;549;g392b5b68b4e_0_10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6"/>
        <p:cNvGrpSpPr/>
        <p:nvPr/>
      </p:nvGrpSpPr>
      <p:grpSpPr>
        <a:xfrm>
          <a:off x="0" y="0"/>
          <a:ext cx="0" cy="0"/>
          <a:chOff x="0" y="0"/>
          <a:chExt cx="0" cy="0"/>
        </a:xfrm>
      </p:grpSpPr>
      <p:sp>
        <p:nvSpPr>
          <p:cNvPr id="557" name="Google Shape;557;g392b5b68b4e_0_12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58" name="Google Shape;558;g392b5b68b4e_0_1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g36ed73f08bc_1_149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7" name="Google Shape;567;g36ed73f08bc_1_149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g392b5b68b4e_0_16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0" name="Google Shape;590;g392b5b68b4e_0_16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slide ALT 1">
  <p:cSld name="BLANK_4">
    <p:spTree>
      <p:nvGrpSpPr>
        <p:cNvPr id="1" name="Shape 54"/>
        <p:cNvGrpSpPr/>
        <p:nvPr/>
      </p:nvGrpSpPr>
      <p:grpSpPr>
        <a:xfrm>
          <a:off x="0" y="0"/>
          <a:ext cx="0" cy="0"/>
          <a:chOff x="0" y="0"/>
          <a:chExt cx="0" cy="0"/>
        </a:xfrm>
      </p:grpSpPr>
      <p:pic>
        <p:nvPicPr>
          <p:cNvPr id="55" name="Google Shape;55;p14"/>
          <p:cNvPicPr preferRelativeResize="0"/>
          <p:nvPr/>
        </p:nvPicPr>
        <p:blipFill rotWithShape="1">
          <a:blip r:embed="rId2">
            <a:alphaModFix amt="50000"/>
          </a:blip>
          <a:srcRect l="3133" t="16785" r="7834" b="8145"/>
          <a:stretch/>
        </p:blipFill>
        <p:spPr>
          <a:xfrm rot="10800000" flipH="1">
            <a:off x="0" y="-3474"/>
            <a:ext cx="9161550" cy="5154499"/>
          </a:xfrm>
          <a:prstGeom prst="rect">
            <a:avLst/>
          </a:prstGeom>
          <a:noFill/>
          <a:ln>
            <a:noFill/>
          </a:ln>
        </p:spPr>
      </p:pic>
      <p:sp>
        <p:nvSpPr>
          <p:cNvPr id="56" name="Google Shape;56;p14"/>
          <p:cNvSpPr/>
          <p:nvPr/>
        </p:nvSpPr>
        <p:spPr>
          <a:xfrm rot="10800000" flipH="1">
            <a:off x="0" y="4676700"/>
            <a:ext cx="9149700" cy="4668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7" name="Google Shape;57;p14"/>
          <p:cNvSpPr txBox="1">
            <a:spLocks noGrp="1"/>
          </p:cNvSpPr>
          <p:nvPr>
            <p:ph type="subTitle" idx="1"/>
          </p:nvPr>
        </p:nvSpPr>
        <p:spPr>
          <a:xfrm>
            <a:off x="228600" y="1738950"/>
            <a:ext cx="4402800" cy="2520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600"/>
              <a:buFont typeface="Urbanist"/>
              <a:buNone/>
              <a:defRPr>
                <a:solidFill>
                  <a:schemeClr val="dk2"/>
                </a:solidFill>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58" name="Google Shape;58;p14"/>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59" name="Google Shape;59;p14"/>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60" name="Google Shape;60;p14"/>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61" name="Google Shape;61;p14"/>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62" name="Google Shape;62;p14"/>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63" name="Google Shape;63;p14"/>
          <p:cNvSpPr txBox="1">
            <a:spLocks noGrp="1"/>
          </p:cNvSpPr>
          <p:nvPr>
            <p:ph type="title"/>
          </p:nvPr>
        </p:nvSpPr>
        <p:spPr>
          <a:xfrm>
            <a:off x="228600" y="228600"/>
            <a:ext cx="6658800" cy="1419000"/>
          </a:xfrm>
          <a:prstGeom prst="rect">
            <a:avLst/>
          </a:prstGeom>
        </p:spPr>
        <p:txBody>
          <a:bodyPr spcFirstLastPara="1" wrap="square" lIns="0" tIns="0" rIns="0" bIns="0" anchor="t" anchorCtr="0">
            <a:no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a:endParaRPr/>
          </a:p>
        </p:txBody>
      </p:sp>
      <p:cxnSp>
        <p:nvCxnSpPr>
          <p:cNvPr id="64" name="Google Shape;64;p14"/>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65" name="Google Shape;65;p14"/>
          <p:cNvSpPr txBox="1">
            <a:spLocks noGrp="1"/>
          </p:cNvSpPr>
          <p:nvPr>
            <p:ph type="subTitle" idx="5"/>
          </p:nvPr>
        </p:nvSpPr>
        <p:spPr>
          <a:xfrm>
            <a:off x="297075" y="4175900"/>
            <a:ext cx="1264800" cy="2286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66" name="Google Shape;66;p14"/>
          <p:cNvSpPr txBox="1">
            <a:spLocks noGrp="1"/>
          </p:cNvSpPr>
          <p:nvPr>
            <p:ph type="subTitle" idx="6"/>
          </p:nvPr>
        </p:nvSpPr>
        <p:spPr>
          <a:xfrm>
            <a:off x="1786375" y="4175900"/>
            <a:ext cx="1264800" cy="228600"/>
          </a:xfrm>
          <a:prstGeom prst="rect">
            <a:avLst/>
          </a:prstGeom>
        </p:spPr>
        <p:txBody>
          <a:bodyPr spcFirstLastPara="1" wrap="square" lIns="0" tIns="0" rIns="0" bIns="0" anchor="t" anchorCtr="0">
            <a:noAutofit/>
          </a:bodyPr>
          <a:lstStyle>
            <a:lvl1pPr lvl="0" algn="ctr">
              <a:spcBef>
                <a:spcPts val="0"/>
              </a:spcBef>
              <a:spcAft>
                <a:spcPts val="0"/>
              </a:spcAft>
              <a:buClr>
                <a:schemeClr val="lt1"/>
              </a:buClr>
              <a:buSzPts val="1200"/>
              <a:buFont typeface="Urbanist"/>
              <a:buNone/>
              <a:defRPr sz="1200"/>
            </a:lvl1pPr>
            <a:lvl2pPr lvl="1"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lgn="ctr">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67" name="Google Shape;67;p14"/>
          <p:cNvSpPr txBox="1">
            <a:spLocks noGrp="1"/>
          </p:cNvSpPr>
          <p:nvPr>
            <p:ph type="subTitle" idx="7"/>
          </p:nvPr>
        </p:nvSpPr>
        <p:spPr>
          <a:xfrm>
            <a:off x="228591" y="3454475"/>
            <a:ext cx="4659600" cy="252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b="1"/>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a:endParaRPr/>
          </a:p>
        </p:txBody>
      </p:sp>
      <p:sp>
        <p:nvSpPr>
          <p:cNvPr id="68" name="Google Shape;68;p14"/>
          <p:cNvSpPr txBox="1">
            <a:spLocks noGrp="1"/>
          </p:cNvSpPr>
          <p:nvPr>
            <p:ph type="subTitle" idx="8"/>
          </p:nvPr>
        </p:nvSpPr>
        <p:spPr>
          <a:xfrm>
            <a:off x="228591" y="3743050"/>
            <a:ext cx="4659600" cy="252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b="1"/>
            </a:lvl1pPr>
            <a:lvl2pPr lvl="1">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b="1">
                <a:solidFill>
                  <a:schemeClr val="lt1"/>
                </a:solidFill>
                <a:latin typeface="Urbanist"/>
                <a:ea typeface="Urbanist"/>
                <a:cs typeface="Urbanist"/>
                <a:sym typeface="Urbanist"/>
              </a:defRPr>
            </a:lvl9pPr>
          </a:lstStyle>
          <a:p>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body ALT 1">
  <p:cSld name="BLANK_1_1_2">
    <p:spTree>
      <p:nvGrpSpPr>
        <p:cNvPr id="1" name="Shape 69"/>
        <p:cNvGrpSpPr/>
        <p:nvPr/>
      </p:nvGrpSpPr>
      <p:grpSpPr>
        <a:xfrm>
          <a:off x="0" y="0"/>
          <a:ext cx="0" cy="0"/>
          <a:chOff x="0" y="0"/>
          <a:chExt cx="0" cy="0"/>
        </a:xfrm>
      </p:grpSpPr>
      <p:sp>
        <p:nvSpPr>
          <p:cNvPr id="70" name="Google Shape;70;p15"/>
          <p:cNvSpPr txBox="1">
            <a:spLocks noGrp="1"/>
          </p:cNvSpPr>
          <p:nvPr>
            <p:ph type="title"/>
          </p:nvPr>
        </p:nvSpPr>
        <p:spPr>
          <a:xfrm>
            <a:off x="228600" y="395043"/>
            <a:ext cx="6480300" cy="587700"/>
          </a:xfrm>
          <a:prstGeom prst="rect">
            <a:avLst/>
          </a:prstGeom>
        </p:spPr>
        <p:txBody>
          <a:bodyPr spcFirstLastPara="1" wrap="square" lIns="0" tIns="0" rIns="91425" bIns="91425" anchor="t" anchorCtr="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a:endParaRPr/>
          </a:p>
        </p:txBody>
      </p:sp>
      <p:sp>
        <p:nvSpPr>
          <p:cNvPr id="71" name="Google Shape;71;p15"/>
          <p:cNvSpPr txBox="1">
            <a:spLocks noGrp="1"/>
          </p:cNvSpPr>
          <p:nvPr>
            <p:ph type="body" idx="1"/>
          </p:nvPr>
        </p:nvSpPr>
        <p:spPr>
          <a:xfrm>
            <a:off x="228600" y="1743625"/>
            <a:ext cx="4296600" cy="2709000"/>
          </a:xfrm>
          <a:prstGeom prst="rect">
            <a:avLst/>
          </a:prstGeom>
        </p:spPr>
        <p:txBody>
          <a:bodyPr spcFirstLastPara="1" wrap="square" lIns="0" tIns="91425" rIns="91425" bIns="91425" anchor="b" anchorCtr="0">
            <a:no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72" name="Google Shape;72;p15"/>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73" name="Google Shape;73;p15"/>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74" name="Google Shape;74;p15"/>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75" name="Google Shape;75;p15"/>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76" name="Google Shape;76;p15"/>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cxnSp>
        <p:nvCxnSpPr>
          <p:cNvPr id="77" name="Google Shape;77;p15"/>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ur values">
  <p:cSld name="BLANK_1_1_1_1">
    <p:spTree>
      <p:nvGrpSpPr>
        <p:cNvPr id="1" name="Shape 78"/>
        <p:cNvGrpSpPr/>
        <p:nvPr/>
      </p:nvGrpSpPr>
      <p:grpSpPr>
        <a:xfrm>
          <a:off x="0" y="0"/>
          <a:ext cx="0" cy="0"/>
          <a:chOff x="0" y="0"/>
          <a:chExt cx="0" cy="0"/>
        </a:xfrm>
      </p:grpSpPr>
      <p:sp>
        <p:nvSpPr>
          <p:cNvPr id="79" name="Google Shape;79;p16"/>
          <p:cNvSpPr txBox="1">
            <a:spLocks noGrp="1"/>
          </p:cNvSpPr>
          <p:nvPr>
            <p:ph type="subTitle" idx="1"/>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sp>
        <p:nvSpPr>
          <p:cNvPr id="80" name="Google Shape;80;p16"/>
          <p:cNvSpPr txBox="1">
            <a:spLocks noGrp="1"/>
          </p:cNvSpPr>
          <p:nvPr>
            <p:ph type="title"/>
          </p:nvPr>
        </p:nvSpPr>
        <p:spPr>
          <a:xfrm>
            <a:off x="228600" y="613525"/>
            <a:ext cx="7223400" cy="4221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2400">
                <a:solidFill>
                  <a:schemeClr val="dk2"/>
                </a:solidFill>
              </a:defRPr>
            </a:lvl1pPr>
            <a:lvl2pPr lvl="1">
              <a:lnSpc>
                <a:spcPct val="85000"/>
              </a:lnSpc>
              <a:spcBef>
                <a:spcPts val="0"/>
              </a:spcBef>
              <a:spcAft>
                <a:spcPts val="0"/>
              </a:spcAft>
              <a:buNone/>
              <a:defRPr sz="2400">
                <a:solidFill>
                  <a:schemeClr val="dk2"/>
                </a:solidFill>
              </a:defRPr>
            </a:lvl2pPr>
            <a:lvl3pPr lvl="2">
              <a:lnSpc>
                <a:spcPct val="85000"/>
              </a:lnSpc>
              <a:spcBef>
                <a:spcPts val="0"/>
              </a:spcBef>
              <a:spcAft>
                <a:spcPts val="0"/>
              </a:spcAft>
              <a:buNone/>
              <a:defRPr sz="2400">
                <a:solidFill>
                  <a:schemeClr val="dk2"/>
                </a:solidFill>
              </a:defRPr>
            </a:lvl3pPr>
            <a:lvl4pPr lvl="3">
              <a:lnSpc>
                <a:spcPct val="85000"/>
              </a:lnSpc>
              <a:spcBef>
                <a:spcPts val="0"/>
              </a:spcBef>
              <a:spcAft>
                <a:spcPts val="0"/>
              </a:spcAft>
              <a:buNone/>
              <a:defRPr sz="2400">
                <a:solidFill>
                  <a:schemeClr val="dk2"/>
                </a:solidFill>
              </a:defRPr>
            </a:lvl4pPr>
            <a:lvl5pPr lvl="4">
              <a:lnSpc>
                <a:spcPct val="85000"/>
              </a:lnSpc>
              <a:spcBef>
                <a:spcPts val="0"/>
              </a:spcBef>
              <a:spcAft>
                <a:spcPts val="0"/>
              </a:spcAft>
              <a:buNone/>
              <a:defRPr sz="2400">
                <a:solidFill>
                  <a:schemeClr val="dk2"/>
                </a:solidFill>
              </a:defRPr>
            </a:lvl5pPr>
            <a:lvl6pPr lvl="5">
              <a:lnSpc>
                <a:spcPct val="85000"/>
              </a:lnSpc>
              <a:spcBef>
                <a:spcPts val="0"/>
              </a:spcBef>
              <a:spcAft>
                <a:spcPts val="0"/>
              </a:spcAft>
              <a:buNone/>
              <a:defRPr sz="2400">
                <a:solidFill>
                  <a:schemeClr val="dk2"/>
                </a:solidFill>
              </a:defRPr>
            </a:lvl6pPr>
            <a:lvl7pPr lvl="6">
              <a:lnSpc>
                <a:spcPct val="85000"/>
              </a:lnSpc>
              <a:spcBef>
                <a:spcPts val="0"/>
              </a:spcBef>
              <a:spcAft>
                <a:spcPts val="0"/>
              </a:spcAft>
              <a:buNone/>
              <a:defRPr sz="2400">
                <a:solidFill>
                  <a:schemeClr val="dk2"/>
                </a:solidFill>
              </a:defRPr>
            </a:lvl7pPr>
            <a:lvl8pPr lvl="7">
              <a:lnSpc>
                <a:spcPct val="85000"/>
              </a:lnSpc>
              <a:spcBef>
                <a:spcPts val="0"/>
              </a:spcBef>
              <a:spcAft>
                <a:spcPts val="0"/>
              </a:spcAft>
              <a:buNone/>
              <a:defRPr sz="2400">
                <a:solidFill>
                  <a:schemeClr val="dk2"/>
                </a:solidFill>
              </a:defRPr>
            </a:lvl8pPr>
            <a:lvl9pPr lvl="8">
              <a:lnSpc>
                <a:spcPct val="85000"/>
              </a:lnSpc>
              <a:spcBef>
                <a:spcPts val="0"/>
              </a:spcBef>
              <a:spcAft>
                <a:spcPts val="0"/>
              </a:spcAft>
              <a:buNone/>
              <a:defRPr sz="2400">
                <a:solidFill>
                  <a:schemeClr val="dk2"/>
                </a:solidFill>
              </a:defRPr>
            </a:lvl9pPr>
          </a:lstStyle>
          <a:p>
            <a:endParaRPr/>
          </a:p>
        </p:txBody>
      </p:sp>
      <p:sp>
        <p:nvSpPr>
          <p:cNvPr id="81" name="Google Shape;81;p16"/>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82" name="Google Shape;82;p16"/>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83" name="Google Shape;83;p16"/>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84" name="Google Shape;84;p16"/>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85" name="Google Shape;85;p16"/>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cxnSp>
        <p:nvCxnSpPr>
          <p:cNvPr id="86" name="Google Shape;86;p16"/>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87" name="Google Shape;87;p16"/>
          <p:cNvSpPr txBox="1">
            <a:spLocks noGrp="1"/>
          </p:cNvSpPr>
          <p:nvPr>
            <p:ph type="subTitle" idx="5"/>
          </p:nvPr>
        </p:nvSpPr>
        <p:spPr>
          <a:xfrm>
            <a:off x="254625" y="1638300"/>
            <a:ext cx="1128900" cy="1188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a:endParaRPr/>
          </a:p>
        </p:txBody>
      </p:sp>
      <p:sp>
        <p:nvSpPr>
          <p:cNvPr id="88" name="Google Shape;88;p16"/>
          <p:cNvSpPr txBox="1">
            <a:spLocks noGrp="1"/>
          </p:cNvSpPr>
          <p:nvPr>
            <p:ph type="subTitle" idx="6"/>
          </p:nvPr>
        </p:nvSpPr>
        <p:spPr>
          <a:xfrm>
            <a:off x="3275850" y="1638300"/>
            <a:ext cx="1128900" cy="1188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a:endParaRPr/>
          </a:p>
        </p:txBody>
      </p:sp>
      <p:sp>
        <p:nvSpPr>
          <p:cNvPr id="89" name="Google Shape;89;p16"/>
          <p:cNvSpPr txBox="1">
            <a:spLocks noGrp="1"/>
          </p:cNvSpPr>
          <p:nvPr>
            <p:ph type="subTitle" idx="7"/>
          </p:nvPr>
        </p:nvSpPr>
        <p:spPr>
          <a:xfrm>
            <a:off x="6215463" y="1638300"/>
            <a:ext cx="1128900" cy="1188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4800"/>
              <a:buFont typeface="Urbanist"/>
              <a:buNone/>
              <a:defRPr sz="4800">
                <a:solidFill>
                  <a:schemeClr val="accent3"/>
                </a:solidFill>
              </a:defRPr>
            </a:lvl1pPr>
            <a:lvl2pPr lvl="1">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2pPr>
            <a:lvl3pPr lvl="2">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3pPr>
            <a:lvl4pPr lvl="3">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4pPr>
            <a:lvl5pPr lvl="4">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5pPr>
            <a:lvl6pPr lvl="5">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6pPr>
            <a:lvl7pPr lvl="6">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7pPr>
            <a:lvl8pPr lvl="7">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8pPr>
            <a:lvl9pPr lvl="8">
              <a:spcBef>
                <a:spcPts val="0"/>
              </a:spcBef>
              <a:spcAft>
                <a:spcPts val="0"/>
              </a:spcAft>
              <a:buClr>
                <a:schemeClr val="accent3"/>
              </a:buClr>
              <a:buSzPts val="4800"/>
              <a:buFont typeface="Urbanist"/>
              <a:buNone/>
              <a:defRPr sz="4800">
                <a:solidFill>
                  <a:schemeClr val="accent3"/>
                </a:solidFill>
                <a:latin typeface="Urbanist"/>
                <a:ea typeface="Urbanist"/>
                <a:cs typeface="Urbanist"/>
                <a:sym typeface="Urbanist"/>
              </a:defRPr>
            </a:lvl9pPr>
          </a:lstStyle>
          <a:p>
            <a:endParaRPr/>
          </a:p>
        </p:txBody>
      </p:sp>
      <p:sp>
        <p:nvSpPr>
          <p:cNvPr id="90" name="Google Shape;90;p16"/>
          <p:cNvSpPr txBox="1">
            <a:spLocks noGrp="1"/>
          </p:cNvSpPr>
          <p:nvPr>
            <p:ph type="body" idx="8"/>
          </p:nvPr>
        </p:nvSpPr>
        <p:spPr>
          <a:xfrm>
            <a:off x="288575" y="3386400"/>
            <a:ext cx="2665200" cy="1188300"/>
          </a:xfrm>
          <a:prstGeom prst="rect">
            <a:avLst/>
          </a:prstGeom>
        </p:spPr>
        <p:txBody>
          <a:bodyPr spcFirstLastPara="1" wrap="square" lIns="0" tIns="0" rIns="91425" bIns="91425" anchor="b" anchorCtr="0">
            <a:noAutofit/>
          </a:bodyPr>
          <a:lstStyle>
            <a:lvl1pPr marL="457200" lvl="0" indent="-304800">
              <a:spcBef>
                <a:spcPts val="0"/>
              </a:spcBef>
              <a:spcAft>
                <a:spcPts val="0"/>
              </a:spcAft>
              <a:buClr>
                <a:schemeClr val="lt1"/>
              </a:buClr>
              <a:buSzPts val="1200"/>
              <a:buFont typeface="Urbanist"/>
              <a:buChar char="●"/>
              <a:defRPr/>
            </a:lvl1pPr>
            <a:lvl2pPr marL="914400" lvl="1" indent="-304800">
              <a:spcBef>
                <a:spcPts val="0"/>
              </a:spcBef>
              <a:spcAft>
                <a:spcPts val="0"/>
              </a:spcAft>
              <a:buClr>
                <a:schemeClr val="lt1"/>
              </a:buClr>
              <a:buSzPts val="1200"/>
              <a:buFont typeface="Urbanist"/>
              <a:buChar char="○"/>
              <a:defRPr/>
            </a:lvl2pPr>
            <a:lvl3pPr marL="1371600" lvl="2" indent="-304800">
              <a:spcBef>
                <a:spcPts val="0"/>
              </a:spcBef>
              <a:spcAft>
                <a:spcPts val="0"/>
              </a:spcAft>
              <a:buClr>
                <a:schemeClr val="lt1"/>
              </a:buClr>
              <a:buSzPts val="1200"/>
              <a:buFont typeface="Urbanist"/>
              <a:buChar char="■"/>
              <a:defRPr/>
            </a:lvl3pPr>
            <a:lvl4pPr marL="1828800" lvl="3" indent="-304800">
              <a:spcBef>
                <a:spcPts val="0"/>
              </a:spcBef>
              <a:spcAft>
                <a:spcPts val="0"/>
              </a:spcAft>
              <a:buClr>
                <a:schemeClr val="lt1"/>
              </a:buClr>
              <a:buSzPts val="1200"/>
              <a:buFont typeface="Urbanist"/>
              <a:buChar char="●"/>
              <a:defRPr/>
            </a:lvl4pPr>
            <a:lvl5pPr marL="2286000" lvl="4" indent="-304800">
              <a:spcBef>
                <a:spcPts val="0"/>
              </a:spcBef>
              <a:spcAft>
                <a:spcPts val="0"/>
              </a:spcAft>
              <a:buClr>
                <a:schemeClr val="lt1"/>
              </a:buClr>
              <a:buSzPts val="1200"/>
              <a:buFont typeface="Urbanist"/>
              <a:buChar char="○"/>
              <a:defRPr/>
            </a:lvl5pPr>
            <a:lvl6pPr marL="2743200" lvl="5" indent="-304800">
              <a:spcBef>
                <a:spcPts val="0"/>
              </a:spcBef>
              <a:spcAft>
                <a:spcPts val="0"/>
              </a:spcAft>
              <a:buClr>
                <a:schemeClr val="lt1"/>
              </a:buClr>
              <a:buSzPts val="1200"/>
              <a:buFont typeface="Urbanist"/>
              <a:buChar char="■"/>
              <a:defRPr/>
            </a:lvl6pPr>
            <a:lvl7pPr marL="3200400" lvl="6" indent="-304800">
              <a:spcBef>
                <a:spcPts val="0"/>
              </a:spcBef>
              <a:spcAft>
                <a:spcPts val="0"/>
              </a:spcAft>
              <a:buClr>
                <a:schemeClr val="lt1"/>
              </a:buClr>
              <a:buSzPts val="1200"/>
              <a:buFont typeface="Urbanist"/>
              <a:buChar char="●"/>
              <a:defRPr/>
            </a:lvl7pPr>
            <a:lvl8pPr marL="3657600" lvl="7" indent="-304800">
              <a:spcBef>
                <a:spcPts val="0"/>
              </a:spcBef>
              <a:spcAft>
                <a:spcPts val="0"/>
              </a:spcAft>
              <a:buClr>
                <a:schemeClr val="lt1"/>
              </a:buClr>
              <a:buSzPts val="1200"/>
              <a:buFont typeface="Urbanist"/>
              <a:buChar char="○"/>
              <a:defRPr/>
            </a:lvl8pPr>
            <a:lvl9pPr marL="4114800" lvl="8" indent="-304800">
              <a:spcBef>
                <a:spcPts val="0"/>
              </a:spcBef>
              <a:spcAft>
                <a:spcPts val="0"/>
              </a:spcAft>
              <a:buClr>
                <a:schemeClr val="lt1"/>
              </a:buClr>
              <a:buSzPts val="1200"/>
              <a:buFont typeface="Urbanist"/>
              <a:buChar char="■"/>
              <a:defRPr/>
            </a:lvl9pPr>
          </a:lstStyle>
          <a:p>
            <a:endParaRPr/>
          </a:p>
        </p:txBody>
      </p:sp>
      <p:sp>
        <p:nvSpPr>
          <p:cNvPr id="91" name="Google Shape;91;p16"/>
          <p:cNvSpPr txBox="1">
            <a:spLocks noGrp="1"/>
          </p:cNvSpPr>
          <p:nvPr>
            <p:ph type="body" idx="9"/>
          </p:nvPr>
        </p:nvSpPr>
        <p:spPr>
          <a:xfrm>
            <a:off x="6121413" y="3386400"/>
            <a:ext cx="2665200" cy="1188300"/>
          </a:xfrm>
          <a:prstGeom prst="rect">
            <a:avLst/>
          </a:prstGeom>
        </p:spPr>
        <p:txBody>
          <a:bodyPr spcFirstLastPara="1" wrap="square" lIns="0" tIns="0" rIns="91425" bIns="91425" anchor="b" anchorCtr="0">
            <a:noAutofit/>
          </a:bodyPr>
          <a:lstStyle>
            <a:lvl1pPr marL="457200" lvl="0" indent="-304800">
              <a:spcBef>
                <a:spcPts val="0"/>
              </a:spcBef>
              <a:spcAft>
                <a:spcPts val="0"/>
              </a:spcAft>
              <a:buClr>
                <a:schemeClr val="lt1"/>
              </a:buClr>
              <a:buSzPts val="1200"/>
              <a:buFont typeface="Urbanist"/>
              <a:buChar char="●"/>
              <a:defRPr/>
            </a:lvl1pPr>
            <a:lvl2pPr marL="914400" lvl="1" indent="-304800">
              <a:spcBef>
                <a:spcPts val="0"/>
              </a:spcBef>
              <a:spcAft>
                <a:spcPts val="0"/>
              </a:spcAft>
              <a:buClr>
                <a:schemeClr val="lt1"/>
              </a:buClr>
              <a:buSzPts val="1200"/>
              <a:buFont typeface="Urbanist"/>
              <a:buChar char="○"/>
              <a:defRPr/>
            </a:lvl2pPr>
            <a:lvl3pPr marL="1371600" lvl="2" indent="-304800">
              <a:spcBef>
                <a:spcPts val="0"/>
              </a:spcBef>
              <a:spcAft>
                <a:spcPts val="0"/>
              </a:spcAft>
              <a:buClr>
                <a:schemeClr val="lt1"/>
              </a:buClr>
              <a:buSzPts val="1200"/>
              <a:buFont typeface="Urbanist"/>
              <a:buChar char="■"/>
              <a:defRPr/>
            </a:lvl3pPr>
            <a:lvl4pPr marL="1828800" lvl="3" indent="-304800">
              <a:spcBef>
                <a:spcPts val="0"/>
              </a:spcBef>
              <a:spcAft>
                <a:spcPts val="0"/>
              </a:spcAft>
              <a:buClr>
                <a:schemeClr val="lt1"/>
              </a:buClr>
              <a:buSzPts val="1200"/>
              <a:buFont typeface="Urbanist"/>
              <a:buChar char="●"/>
              <a:defRPr/>
            </a:lvl4pPr>
            <a:lvl5pPr marL="2286000" lvl="4" indent="-304800">
              <a:spcBef>
                <a:spcPts val="0"/>
              </a:spcBef>
              <a:spcAft>
                <a:spcPts val="0"/>
              </a:spcAft>
              <a:buClr>
                <a:schemeClr val="lt1"/>
              </a:buClr>
              <a:buSzPts val="1200"/>
              <a:buFont typeface="Urbanist"/>
              <a:buChar char="○"/>
              <a:defRPr/>
            </a:lvl5pPr>
            <a:lvl6pPr marL="2743200" lvl="5" indent="-304800">
              <a:spcBef>
                <a:spcPts val="0"/>
              </a:spcBef>
              <a:spcAft>
                <a:spcPts val="0"/>
              </a:spcAft>
              <a:buClr>
                <a:schemeClr val="lt1"/>
              </a:buClr>
              <a:buSzPts val="1200"/>
              <a:buFont typeface="Urbanist"/>
              <a:buChar char="■"/>
              <a:defRPr/>
            </a:lvl6pPr>
            <a:lvl7pPr marL="3200400" lvl="6" indent="-304800">
              <a:spcBef>
                <a:spcPts val="0"/>
              </a:spcBef>
              <a:spcAft>
                <a:spcPts val="0"/>
              </a:spcAft>
              <a:buClr>
                <a:schemeClr val="lt1"/>
              </a:buClr>
              <a:buSzPts val="1200"/>
              <a:buFont typeface="Urbanist"/>
              <a:buChar char="●"/>
              <a:defRPr/>
            </a:lvl7pPr>
            <a:lvl8pPr marL="3657600" lvl="7" indent="-304800">
              <a:spcBef>
                <a:spcPts val="0"/>
              </a:spcBef>
              <a:spcAft>
                <a:spcPts val="0"/>
              </a:spcAft>
              <a:buClr>
                <a:schemeClr val="lt1"/>
              </a:buClr>
              <a:buSzPts val="1200"/>
              <a:buFont typeface="Urbanist"/>
              <a:buChar char="○"/>
              <a:defRPr/>
            </a:lvl8pPr>
            <a:lvl9pPr marL="4114800" lvl="8" indent="-304800">
              <a:spcBef>
                <a:spcPts val="0"/>
              </a:spcBef>
              <a:spcAft>
                <a:spcPts val="0"/>
              </a:spcAft>
              <a:buClr>
                <a:schemeClr val="lt1"/>
              </a:buClr>
              <a:buSzPts val="1200"/>
              <a:buFont typeface="Urbanist"/>
              <a:buChar char="■"/>
              <a:defRPr/>
            </a:lvl9pPr>
          </a:lstStyle>
          <a:p>
            <a:endParaRPr/>
          </a:p>
        </p:txBody>
      </p:sp>
      <p:sp>
        <p:nvSpPr>
          <p:cNvPr id="92" name="Google Shape;92;p16"/>
          <p:cNvSpPr txBox="1">
            <a:spLocks noGrp="1"/>
          </p:cNvSpPr>
          <p:nvPr>
            <p:ph type="body" idx="13"/>
          </p:nvPr>
        </p:nvSpPr>
        <p:spPr>
          <a:xfrm>
            <a:off x="3192450" y="3386400"/>
            <a:ext cx="2665200" cy="1188300"/>
          </a:xfrm>
          <a:prstGeom prst="rect">
            <a:avLst/>
          </a:prstGeom>
        </p:spPr>
        <p:txBody>
          <a:bodyPr spcFirstLastPara="1" wrap="square" lIns="0" tIns="0" rIns="91425" bIns="91425" anchor="b" anchorCtr="0">
            <a:noAutofit/>
          </a:bodyPr>
          <a:lstStyle>
            <a:lvl1pPr marL="457200" lvl="0" indent="-304800">
              <a:spcBef>
                <a:spcPts val="0"/>
              </a:spcBef>
              <a:spcAft>
                <a:spcPts val="0"/>
              </a:spcAft>
              <a:buClr>
                <a:schemeClr val="lt1"/>
              </a:buClr>
              <a:buSzPts val="1200"/>
              <a:buFont typeface="Urbanist"/>
              <a:buChar char="●"/>
              <a:defRPr/>
            </a:lvl1pPr>
            <a:lvl2pPr marL="914400" lvl="1" indent="-304800">
              <a:spcBef>
                <a:spcPts val="0"/>
              </a:spcBef>
              <a:spcAft>
                <a:spcPts val="0"/>
              </a:spcAft>
              <a:buClr>
                <a:schemeClr val="lt1"/>
              </a:buClr>
              <a:buSzPts val="1200"/>
              <a:buFont typeface="Urbanist"/>
              <a:buChar char="○"/>
              <a:defRPr/>
            </a:lvl2pPr>
            <a:lvl3pPr marL="1371600" lvl="2" indent="-304800">
              <a:spcBef>
                <a:spcPts val="0"/>
              </a:spcBef>
              <a:spcAft>
                <a:spcPts val="0"/>
              </a:spcAft>
              <a:buClr>
                <a:schemeClr val="lt1"/>
              </a:buClr>
              <a:buSzPts val="1200"/>
              <a:buFont typeface="Urbanist"/>
              <a:buChar char="■"/>
              <a:defRPr/>
            </a:lvl3pPr>
            <a:lvl4pPr marL="1828800" lvl="3" indent="-304800">
              <a:spcBef>
                <a:spcPts val="0"/>
              </a:spcBef>
              <a:spcAft>
                <a:spcPts val="0"/>
              </a:spcAft>
              <a:buClr>
                <a:schemeClr val="lt1"/>
              </a:buClr>
              <a:buSzPts val="1200"/>
              <a:buFont typeface="Urbanist"/>
              <a:buChar char="●"/>
              <a:defRPr/>
            </a:lvl4pPr>
            <a:lvl5pPr marL="2286000" lvl="4" indent="-304800">
              <a:spcBef>
                <a:spcPts val="0"/>
              </a:spcBef>
              <a:spcAft>
                <a:spcPts val="0"/>
              </a:spcAft>
              <a:buClr>
                <a:schemeClr val="lt1"/>
              </a:buClr>
              <a:buSzPts val="1200"/>
              <a:buFont typeface="Urbanist"/>
              <a:buChar char="○"/>
              <a:defRPr/>
            </a:lvl5pPr>
            <a:lvl6pPr marL="2743200" lvl="5" indent="-304800">
              <a:spcBef>
                <a:spcPts val="0"/>
              </a:spcBef>
              <a:spcAft>
                <a:spcPts val="0"/>
              </a:spcAft>
              <a:buClr>
                <a:schemeClr val="lt1"/>
              </a:buClr>
              <a:buSzPts val="1200"/>
              <a:buFont typeface="Urbanist"/>
              <a:buChar char="■"/>
              <a:defRPr/>
            </a:lvl6pPr>
            <a:lvl7pPr marL="3200400" lvl="6" indent="-304800">
              <a:spcBef>
                <a:spcPts val="0"/>
              </a:spcBef>
              <a:spcAft>
                <a:spcPts val="0"/>
              </a:spcAft>
              <a:buClr>
                <a:schemeClr val="lt1"/>
              </a:buClr>
              <a:buSzPts val="1200"/>
              <a:buFont typeface="Urbanist"/>
              <a:buChar char="●"/>
              <a:defRPr/>
            </a:lvl7pPr>
            <a:lvl8pPr marL="3657600" lvl="7" indent="-304800">
              <a:spcBef>
                <a:spcPts val="0"/>
              </a:spcBef>
              <a:spcAft>
                <a:spcPts val="0"/>
              </a:spcAft>
              <a:buClr>
                <a:schemeClr val="lt1"/>
              </a:buClr>
              <a:buSzPts val="1200"/>
              <a:buFont typeface="Urbanist"/>
              <a:buChar char="○"/>
              <a:defRPr/>
            </a:lvl8pPr>
            <a:lvl9pPr marL="4114800" lvl="8" indent="-304800">
              <a:spcBef>
                <a:spcPts val="0"/>
              </a:spcBef>
              <a:spcAft>
                <a:spcPts val="0"/>
              </a:spcAft>
              <a:buClr>
                <a:schemeClr val="lt1"/>
              </a:buClr>
              <a:buSzPts val="1200"/>
              <a:buFont typeface="Urbanist"/>
              <a:buChar char="■"/>
              <a:defRPr/>
            </a:lvl9pPr>
          </a:lstStyle>
          <a:p>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Main point and image ALT 2">
  <p:cSld name="CUSTOM_3">
    <p:spTree>
      <p:nvGrpSpPr>
        <p:cNvPr id="1" name="Shape 93"/>
        <p:cNvGrpSpPr/>
        <p:nvPr/>
      </p:nvGrpSpPr>
      <p:grpSpPr>
        <a:xfrm>
          <a:off x="0" y="0"/>
          <a:ext cx="0" cy="0"/>
          <a:chOff x="0" y="0"/>
          <a:chExt cx="0" cy="0"/>
        </a:xfrm>
      </p:grpSpPr>
      <p:sp>
        <p:nvSpPr>
          <p:cNvPr id="94" name="Google Shape;94;p17"/>
          <p:cNvSpPr>
            <a:spLocks noGrp="1"/>
          </p:cNvSpPr>
          <p:nvPr>
            <p:ph type="pic" idx="2"/>
          </p:nvPr>
        </p:nvSpPr>
        <p:spPr>
          <a:xfrm>
            <a:off x="246150" y="237650"/>
            <a:ext cx="4196400" cy="4438200"/>
          </a:xfrm>
          <a:prstGeom prst="rect">
            <a:avLst/>
          </a:prstGeom>
          <a:noFill/>
          <a:ln>
            <a:noFill/>
          </a:ln>
        </p:spPr>
      </p:sp>
      <p:sp>
        <p:nvSpPr>
          <p:cNvPr id="95" name="Google Shape;95;p17"/>
          <p:cNvSpPr txBox="1">
            <a:spLocks noGrp="1"/>
          </p:cNvSpPr>
          <p:nvPr>
            <p:ph type="title"/>
          </p:nvPr>
        </p:nvSpPr>
        <p:spPr>
          <a:xfrm>
            <a:off x="4591800" y="304700"/>
            <a:ext cx="3861900" cy="192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a:endParaRPr/>
          </a:p>
        </p:txBody>
      </p:sp>
      <p:sp>
        <p:nvSpPr>
          <p:cNvPr id="96" name="Google Shape;96;p17"/>
          <p:cNvSpPr txBox="1">
            <a:spLocks noGrp="1"/>
          </p:cNvSpPr>
          <p:nvPr>
            <p:ph type="title" idx="3"/>
          </p:nvPr>
        </p:nvSpPr>
        <p:spPr>
          <a:xfrm>
            <a:off x="4591800" y="738425"/>
            <a:ext cx="4290000" cy="20514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800"/>
              <a:buNone/>
              <a:defRPr sz="3400"/>
            </a:lvl1pPr>
            <a:lvl2pPr lvl="1">
              <a:spcBef>
                <a:spcPts val="0"/>
              </a:spcBef>
              <a:spcAft>
                <a:spcPts val="0"/>
              </a:spcAft>
              <a:buClr>
                <a:schemeClr val="lt1"/>
              </a:buClr>
              <a:buSzPts val="3000"/>
              <a:buNone/>
              <a:defRPr/>
            </a:lvl2pPr>
            <a:lvl3pPr lvl="2">
              <a:spcBef>
                <a:spcPts val="0"/>
              </a:spcBef>
              <a:spcAft>
                <a:spcPts val="0"/>
              </a:spcAft>
              <a:buClr>
                <a:schemeClr val="lt1"/>
              </a:buClr>
              <a:buSzPts val="3000"/>
              <a:buNone/>
              <a:defRPr/>
            </a:lvl3pPr>
            <a:lvl4pPr lvl="3">
              <a:spcBef>
                <a:spcPts val="0"/>
              </a:spcBef>
              <a:spcAft>
                <a:spcPts val="0"/>
              </a:spcAft>
              <a:buClr>
                <a:schemeClr val="lt1"/>
              </a:buClr>
              <a:buSzPts val="3000"/>
              <a:buNone/>
              <a:defRPr/>
            </a:lvl4pPr>
            <a:lvl5pPr lvl="4">
              <a:spcBef>
                <a:spcPts val="0"/>
              </a:spcBef>
              <a:spcAft>
                <a:spcPts val="0"/>
              </a:spcAft>
              <a:buClr>
                <a:schemeClr val="lt1"/>
              </a:buClr>
              <a:buSzPts val="3000"/>
              <a:buNone/>
              <a:defRPr/>
            </a:lvl5pPr>
            <a:lvl6pPr lvl="5">
              <a:spcBef>
                <a:spcPts val="0"/>
              </a:spcBef>
              <a:spcAft>
                <a:spcPts val="0"/>
              </a:spcAft>
              <a:buClr>
                <a:schemeClr val="lt1"/>
              </a:buClr>
              <a:buSzPts val="3000"/>
              <a:buNone/>
              <a:defRPr/>
            </a:lvl6pPr>
            <a:lvl7pPr lvl="6">
              <a:spcBef>
                <a:spcPts val="0"/>
              </a:spcBef>
              <a:spcAft>
                <a:spcPts val="0"/>
              </a:spcAft>
              <a:buClr>
                <a:schemeClr val="lt1"/>
              </a:buClr>
              <a:buSzPts val="3000"/>
              <a:buNone/>
              <a:defRPr/>
            </a:lvl7pPr>
            <a:lvl8pPr lvl="7">
              <a:spcBef>
                <a:spcPts val="0"/>
              </a:spcBef>
              <a:spcAft>
                <a:spcPts val="0"/>
              </a:spcAft>
              <a:buClr>
                <a:schemeClr val="lt1"/>
              </a:buClr>
              <a:buSzPts val="3000"/>
              <a:buNone/>
              <a:defRPr/>
            </a:lvl8pPr>
            <a:lvl9pPr lvl="8">
              <a:spcBef>
                <a:spcPts val="0"/>
              </a:spcBef>
              <a:spcAft>
                <a:spcPts val="0"/>
              </a:spcAft>
              <a:buClr>
                <a:schemeClr val="lt1"/>
              </a:buClr>
              <a:buSzPts val="3000"/>
              <a:buNone/>
              <a:defRPr/>
            </a:lvl9pPr>
          </a:lstStyle>
          <a:p>
            <a:endParaRPr/>
          </a:p>
        </p:txBody>
      </p:sp>
      <p:sp>
        <p:nvSpPr>
          <p:cNvPr id="97" name="Google Shape;97;p17"/>
          <p:cNvSpPr txBox="1">
            <a:spLocks noGrp="1"/>
          </p:cNvSpPr>
          <p:nvPr>
            <p:ph type="body" idx="1"/>
          </p:nvPr>
        </p:nvSpPr>
        <p:spPr>
          <a:xfrm>
            <a:off x="4618950" y="2205375"/>
            <a:ext cx="4290000" cy="1629600"/>
          </a:xfrm>
          <a:prstGeom prst="rect">
            <a:avLst/>
          </a:prstGeom>
        </p:spPr>
        <p:txBody>
          <a:bodyPr spcFirstLastPara="1" wrap="square" lIns="0" tIns="0" rIns="91425" bIns="91425" anchor="b" anchorCtr="0">
            <a:noAutofit/>
          </a:bodyPr>
          <a:lstStyle>
            <a:lvl1pPr marL="457200" lvl="0" indent="-304800">
              <a:spcBef>
                <a:spcPts val="0"/>
              </a:spcBef>
              <a:spcAft>
                <a:spcPts val="0"/>
              </a:spcAft>
              <a:buClr>
                <a:schemeClr val="lt1"/>
              </a:buClr>
              <a:buSzPts val="1200"/>
              <a:buFont typeface="Urbanist"/>
              <a:buChar char="●"/>
              <a:defRPr/>
            </a:lvl1pPr>
            <a:lvl2pPr marL="914400" lvl="1" indent="-304800">
              <a:spcBef>
                <a:spcPts val="0"/>
              </a:spcBef>
              <a:spcAft>
                <a:spcPts val="0"/>
              </a:spcAft>
              <a:buClr>
                <a:schemeClr val="lt1"/>
              </a:buClr>
              <a:buSzPts val="1200"/>
              <a:buFont typeface="Urbanist"/>
              <a:buChar char="○"/>
              <a:defRPr/>
            </a:lvl2pPr>
            <a:lvl3pPr marL="1371600" lvl="2" indent="-304800">
              <a:spcBef>
                <a:spcPts val="0"/>
              </a:spcBef>
              <a:spcAft>
                <a:spcPts val="0"/>
              </a:spcAft>
              <a:buClr>
                <a:schemeClr val="lt1"/>
              </a:buClr>
              <a:buSzPts val="1200"/>
              <a:buFont typeface="Urbanist"/>
              <a:buChar char="■"/>
              <a:defRPr/>
            </a:lvl3pPr>
            <a:lvl4pPr marL="1828800" lvl="3" indent="-304800">
              <a:spcBef>
                <a:spcPts val="0"/>
              </a:spcBef>
              <a:spcAft>
                <a:spcPts val="0"/>
              </a:spcAft>
              <a:buClr>
                <a:schemeClr val="lt1"/>
              </a:buClr>
              <a:buSzPts val="1200"/>
              <a:buFont typeface="Urbanist"/>
              <a:buChar char="●"/>
              <a:defRPr/>
            </a:lvl4pPr>
            <a:lvl5pPr marL="2286000" lvl="4" indent="-304800">
              <a:spcBef>
                <a:spcPts val="0"/>
              </a:spcBef>
              <a:spcAft>
                <a:spcPts val="0"/>
              </a:spcAft>
              <a:buClr>
                <a:schemeClr val="lt1"/>
              </a:buClr>
              <a:buSzPts val="1200"/>
              <a:buFont typeface="Urbanist"/>
              <a:buChar char="○"/>
              <a:defRPr/>
            </a:lvl5pPr>
            <a:lvl6pPr marL="2743200" lvl="5" indent="-304800">
              <a:spcBef>
                <a:spcPts val="0"/>
              </a:spcBef>
              <a:spcAft>
                <a:spcPts val="0"/>
              </a:spcAft>
              <a:buClr>
                <a:schemeClr val="lt1"/>
              </a:buClr>
              <a:buSzPts val="1200"/>
              <a:buFont typeface="Urbanist"/>
              <a:buChar char="■"/>
              <a:defRPr/>
            </a:lvl6pPr>
            <a:lvl7pPr marL="3200400" lvl="6" indent="-304800">
              <a:spcBef>
                <a:spcPts val="0"/>
              </a:spcBef>
              <a:spcAft>
                <a:spcPts val="0"/>
              </a:spcAft>
              <a:buClr>
                <a:schemeClr val="lt1"/>
              </a:buClr>
              <a:buSzPts val="1200"/>
              <a:buFont typeface="Urbanist"/>
              <a:buChar char="●"/>
              <a:defRPr/>
            </a:lvl7pPr>
            <a:lvl8pPr marL="3657600" lvl="7" indent="-304800">
              <a:spcBef>
                <a:spcPts val="0"/>
              </a:spcBef>
              <a:spcAft>
                <a:spcPts val="0"/>
              </a:spcAft>
              <a:buClr>
                <a:schemeClr val="lt1"/>
              </a:buClr>
              <a:buSzPts val="1200"/>
              <a:buFont typeface="Urbanist"/>
              <a:buChar char="○"/>
              <a:defRPr/>
            </a:lvl8pPr>
            <a:lvl9pPr marL="4114800" lvl="8" indent="-304800">
              <a:spcBef>
                <a:spcPts val="0"/>
              </a:spcBef>
              <a:spcAft>
                <a:spcPts val="0"/>
              </a:spcAft>
              <a:buClr>
                <a:schemeClr val="lt1"/>
              </a:buClr>
              <a:buSzPts val="1200"/>
              <a:buFont typeface="Urbanist"/>
              <a:buChar char="■"/>
              <a:defRPr/>
            </a:lvl9pPr>
          </a:lstStyle>
          <a:p>
            <a:endParaRPr/>
          </a:p>
        </p:txBody>
      </p:sp>
      <p:sp>
        <p:nvSpPr>
          <p:cNvPr id="98" name="Google Shape;98;p17"/>
          <p:cNvSpPr txBox="1">
            <a:spLocks noGrp="1"/>
          </p:cNvSpPr>
          <p:nvPr>
            <p:ph type="subTitle" idx="4"/>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99" name="Google Shape;99;p17"/>
          <p:cNvSpPr txBox="1">
            <a:spLocks noGrp="1"/>
          </p:cNvSpPr>
          <p:nvPr>
            <p:ph type="subTitle" idx="5"/>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00" name="Google Shape;100;p17"/>
          <p:cNvSpPr txBox="1">
            <a:spLocks noGrp="1"/>
          </p:cNvSpPr>
          <p:nvPr>
            <p:ph type="subTitle" idx="6"/>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01" name="Google Shape;101;p17"/>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02" name="Google Shape;102;p17"/>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cxnSp>
        <p:nvCxnSpPr>
          <p:cNvPr id="103" name="Google Shape;103;p17"/>
          <p:cNvCxnSpPr/>
          <p:nvPr/>
        </p:nvCxnSpPr>
        <p:spPr>
          <a:xfrm>
            <a:off x="228600" y="226100"/>
            <a:ext cx="8687100" cy="0"/>
          </a:xfrm>
          <a:prstGeom prst="straightConnector1">
            <a:avLst/>
          </a:prstGeom>
          <a:noFill/>
          <a:ln w="9525" cap="flat" cmpd="sng">
            <a:solidFill>
              <a:schemeClr val="lt2"/>
            </a:solidFill>
            <a:prstDash val="solid"/>
            <a:round/>
            <a:headEnd type="none" w="med" len="med"/>
            <a:tailEnd type="none" w="med" len="med"/>
          </a:ln>
        </p:spPr>
      </p:cxnSp>
      <p:cxnSp>
        <p:nvCxnSpPr>
          <p:cNvPr id="104" name="Google Shape;104;p17"/>
          <p:cNvCxnSpPr/>
          <p:nvPr/>
        </p:nvCxnSpPr>
        <p:spPr>
          <a:xfrm>
            <a:off x="4444600" y="570000"/>
            <a:ext cx="4470900" cy="0"/>
          </a:xfrm>
          <a:prstGeom prst="straightConnector1">
            <a:avLst/>
          </a:prstGeom>
          <a:noFill/>
          <a:ln w="9525" cap="flat" cmpd="sng">
            <a:solidFill>
              <a:schemeClr val="lt2"/>
            </a:solidFill>
            <a:prstDash val="solid"/>
            <a:round/>
            <a:headEnd type="none" w="med" len="med"/>
            <a:tailEnd type="none" w="med" len="med"/>
          </a:ln>
        </p:spPr>
      </p:cxnSp>
      <p:cxnSp>
        <p:nvCxnSpPr>
          <p:cNvPr id="105" name="Google Shape;105;p17"/>
          <p:cNvCxnSpPr/>
          <p:nvPr/>
        </p:nvCxnSpPr>
        <p:spPr>
          <a:xfrm>
            <a:off x="4442500" y="226100"/>
            <a:ext cx="0" cy="4457700"/>
          </a:xfrm>
          <a:prstGeom prst="straightConnector1">
            <a:avLst/>
          </a:prstGeom>
          <a:noFill/>
          <a:ln w="9525" cap="flat" cmpd="sng">
            <a:solidFill>
              <a:schemeClr val="lt2"/>
            </a:solidFill>
            <a:prstDash val="solid"/>
            <a:round/>
            <a:headEnd type="none" w="med" len="med"/>
            <a:tailEnd type="none" w="med" len="med"/>
          </a:ln>
        </p:spPr>
      </p:cxnSp>
      <p:cxnSp>
        <p:nvCxnSpPr>
          <p:cNvPr id="106" name="Google Shape;106;p17"/>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body and image ALT 1">
  <p:cSld name="BLANK_1_1_1_1_3">
    <p:spTree>
      <p:nvGrpSpPr>
        <p:cNvPr id="1" name="Shape 107"/>
        <p:cNvGrpSpPr/>
        <p:nvPr/>
      </p:nvGrpSpPr>
      <p:grpSpPr>
        <a:xfrm>
          <a:off x="0" y="0"/>
          <a:ext cx="0" cy="0"/>
          <a:chOff x="0" y="0"/>
          <a:chExt cx="0" cy="0"/>
        </a:xfrm>
      </p:grpSpPr>
      <p:sp>
        <p:nvSpPr>
          <p:cNvPr id="108" name="Google Shape;108;p18"/>
          <p:cNvSpPr txBox="1">
            <a:spLocks noGrp="1"/>
          </p:cNvSpPr>
          <p:nvPr>
            <p:ph type="title"/>
          </p:nvPr>
        </p:nvSpPr>
        <p:spPr>
          <a:xfrm>
            <a:off x="228600" y="613525"/>
            <a:ext cx="3904500" cy="11628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sp>
        <p:nvSpPr>
          <p:cNvPr id="109" name="Google Shape;109;p18"/>
          <p:cNvSpPr>
            <a:spLocks noGrp="1"/>
          </p:cNvSpPr>
          <p:nvPr>
            <p:ph type="pic" idx="2"/>
          </p:nvPr>
        </p:nvSpPr>
        <p:spPr>
          <a:xfrm>
            <a:off x="4523050" y="737975"/>
            <a:ext cx="2164800" cy="1350300"/>
          </a:xfrm>
          <a:prstGeom prst="roundRect">
            <a:avLst>
              <a:gd name="adj" fmla="val 7802"/>
            </a:avLst>
          </a:prstGeom>
          <a:noFill/>
          <a:ln w="9525" cap="flat" cmpd="sng">
            <a:solidFill>
              <a:schemeClr val="accent1"/>
            </a:solidFill>
            <a:prstDash val="solid"/>
            <a:round/>
            <a:headEnd type="none" w="sm" len="sm"/>
            <a:tailEnd type="none" w="sm" len="sm"/>
          </a:ln>
        </p:spPr>
      </p:sp>
      <p:sp>
        <p:nvSpPr>
          <p:cNvPr id="110" name="Google Shape;110;p18"/>
          <p:cNvSpPr>
            <a:spLocks noGrp="1"/>
          </p:cNvSpPr>
          <p:nvPr>
            <p:ph type="pic" idx="3"/>
          </p:nvPr>
        </p:nvSpPr>
        <p:spPr>
          <a:xfrm>
            <a:off x="6752100" y="737775"/>
            <a:ext cx="2164800" cy="1350300"/>
          </a:xfrm>
          <a:prstGeom prst="roundRect">
            <a:avLst>
              <a:gd name="adj" fmla="val 7802"/>
            </a:avLst>
          </a:prstGeom>
          <a:noFill/>
          <a:ln w="9525" cap="flat" cmpd="sng">
            <a:solidFill>
              <a:schemeClr val="accent1"/>
            </a:solidFill>
            <a:prstDash val="solid"/>
            <a:round/>
            <a:headEnd type="none" w="sm" len="sm"/>
            <a:tailEnd type="none" w="sm" len="sm"/>
          </a:ln>
        </p:spPr>
      </p:sp>
      <p:sp>
        <p:nvSpPr>
          <p:cNvPr id="111" name="Google Shape;111;p18"/>
          <p:cNvSpPr>
            <a:spLocks noGrp="1"/>
          </p:cNvSpPr>
          <p:nvPr>
            <p:ph type="pic" idx="4"/>
          </p:nvPr>
        </p:nvSpPr>
        <p:spPr>
          <a:xfrm>
            <a:off x="4523050" y="2158000"/>
            <a:ext cx="4394100" cy="2282700"/>
          </a:xfrm>
          <a:prstGeom prst="roundRect">
            <a:avLst>
              <a:gd name="adj" fmla="val 6108"/>
            </a:avLst>
          </a:prstGeom>
          <a:noFill/>
          <a:ln w="9525" cap="flat" cmpd="sng">
            <a:solidFill>
              <a:schemeClr val="accent1"/>
            </a:solidFill>
            <a:prstDash val="solid"/>
            <a:round/>
            <a:headEnd type="none" w="sm" len="sm"/>
            <a:tailEnd type="none" w="sm" len="sm"/>
          </a:ln>
        </p:spPr>
      </p:sp>
      <p:sp>
        <p:nvSpPr>
          <p:cNvPr id="112" name="Google Shape;112;p18"/>
          <p:cNvSpPr txBox="1">
            <a:spLocks noGrp="1"/>
          </p:cNvSpPr>
          <p:nvPr>
            <p:ph type="body" idx="1"/>
          </p:nvPr>
        </p:nvSpPr>
        <p:spPr>
          <a:xfrm>
            <a:off x="233850" y="3127075"/>
            <a:ext cx="2920800" cy="13137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113" name="Google Shape;113;p18"/>
          <p:cNvSpPr txBox="1">
            <a:spLocks noGrp="1"/>
          </p:cNvSpPr>
          <p:nvPr>
            <p:ph type="subTitle" idx="5"/>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14" name="Google Shape;114;p18"/>
          <p:cNvSpPr txBox="1">
            <a:spLocks noGrp="1"/>
          </p:cNvSpPr>
          <p:nvPr>
            <p:ph type="subTitle" idx="6"/>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15" name="Google Shape;115;p18"/>
          <p:cNvSpPr txBox="1">
            <a:spLocks noGrp="1"/>
          </p:cNvSpPr>
          <p:nvPr>
            <p:ph type="subTitle" idx="7"/>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16" name="Google Shape;116;p18"/>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17" name="Google Shape;117;p18"/>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18" name="Google Shape;118;p18"/>
          <p:cNvSpPr txBox="1">
            <a:spLocks noGrp="1"/>
          </p:cNvSpPr>
          <p:nvPr>
            <p:ph type="subTitle" idx="8"/>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cxnSp>
        <p:nvCxnSpPr>
          <p:cNvPr id="119" name="Google Shape;119;p18"/>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Agenda ALT 1">
  <p:cSld name="BLANK_1_1_1_1_2">
    <p:spTree>
      <p:nvGrpSpPr>
        <p:cNvPr id="1" name="Shape 120"/>
        <p:cNvGrpSpPr/>
        <p:nvPr/>
      </p:nvGrpSpPr>
      <p:grpSpPr>
        <a:xfrm>
          <a:off x="0" y="0"/>
          <a:ext cx="0" cy="0"/>
          <a:chOff x="0" y="0"/>
          <a:chExt cx="0" cy="0"/>
        </a:xfrm>
      </p:grpSpPr>
      <p:pic>
        <p:nvPicPr>
          <p:cNvPr id="121" name="Google Shape;121;p19"/>
          <p:cNvPicPr preferRelativeResize="0"/>
          <p:nvPr/>
        </p:nvPicPr>
        <p:blipFill rotWithShape="1">
          <a:blip r:embed="rId2">
            <a:alphaModFix amt="60000"/>
          </a:blip>
          <a:srcRect r="15469" b="14588"/>
          <a:stretch/>
        </p:blipFill>
        <p:spPr>
          <a:xfrm>
            <a:off x="25" y="1172500"/>
            <a:ext cx="5181349" cy="3493250"/>
          </a:xfrm>
          <a:prstGeom prst="rect">
            <a:avLst/>
          </a:prstGeom>
          <a:noFill/>
          <a:ln>
            <a:noFill/>
          </a:ln>
        </p:spPr>
      </p:pic>
      <p:sp>
        <p:nvSpPr>
          <p:cNvPr id="122" name="Google Shape;122;p19"/>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23" name="Google Shape;123;p19"/>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24" name="Google Shape;124;p19"/>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25" name="Google Shape;125;p19"/>
          <p:cNvSpPr txBox="1">
            <a:spLocks noGrp="1"/>
          </p:cNvSpPr>
          <p:nvPr>
            <p:ph type="title"/>
          </p:nvPr>
        </p:nvSpPr>
        <p:spPr>
          <a:xfrm>
            <a:off x="277500" y="228600"/>
            <a:ext cx="3904500" cy="11628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cxnSp>
        <p:nvCxnSpPr>
          <p:cNvPr id="126" name="Google Shape;126;p19"/>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127" name="Google Shape;127;p19"/>
          <p:cNvSpPr txBox="1">
            <a:spLocks noGrp="1"/>
          </p:cNvSpPr>
          <p:nvPr>
            <p:ph type="subTitle" idx="4"/>
          </p:nvPr>
        </p:nvSpPr>
        <p:spPr>
          <a:xfrm>
            <a:off x="4744575" y="387150"/>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28" name="Google Shape;128;p19"/>
          <p:cNvSpPr txBox="1">
            <a:spLocks noGrp="1"/>
          </p:cNvSpPr>
          <p:nvPr>
            <p:ph type="subTitle" idx="5"/>
          </p:nvPr>
        </p:nvSpPr>
        <p:spPr>
          <a:xfrm>
            <a:off x="4744575" y="1066588"/>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29" name="Google Shape;129;p19"/>
          <p:cNvSpPr txBox="1">
            <a:spLocks noGrp="1"/>
          </p:cNvSpPr>
          <p:nvPr>
            <p:ph type="subTitle" idx="6"/>
          </p:nvPr>
        </p:nvSpPr>
        <p:spPr>
          <a:xfrm>
            <a:off x="4744575" y="1742700"/>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30" name="Google Shape;130;p19"/>
          <p:cNvSpPr txBox="1">
            <a:spLocks noGrp="1"/>
          </p:cNvSpPr>
          <p:nvPr>
            <p:ph type="subTitle" idx="7"/>
          </p:nvPr>
        </p:nvSpPr>
        <p:spPr>
          <a:xfrm>
            <a:off x="4744575" y="2420513"/>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31" name="Google Shape;131;p19"/>
          <p:cNvSpPr txBox="1">
            <a:spLocks noGrp="1"/>
          </p:cNvSpPr>
          <p:nvPr>
            <p:ph type="subTitle" idx="8"/>
          </p:nvPr>
        </p:nvSpPr>
        <p:spPr>
          <a:xfrm>
            <a:off x="4744575" y="3098275"/>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32" name="Google Shape;132;p19"/>
          <p:cNvSpPr txBox="1">
            <a:spLocks noGrp="1"/>
          </p:cNvSpPr>
          <p:nvPr>
            <p:ph type="subTitle" idx="9"/>
          </p:nvPr>
        </p:nvSpPr>
        <p:spPr>
          <a:xfrm>
            <a:off x="4744575" y="3776075"/>
            <a:ext cx="322500" cy="288600"/>
          </a:xfrm>
          <a:prstGeom prst="rect">
            <a:avLst/>
          </a:prstGeom>
        </p:spPr>
        <p:txBody>
          <a:bodyPr spcFirstLastPara="1" wrap="square" lIns="91425" tIns="91425" rIns="91425" bIns="91425" anchor="t" anchorCtr="0">
            <a:noAutofit/>
          </a:bodyPr>
          <a:lstStyle>
            <a:lvl1pPr lvl="0">
              <a:spcBef>
                <a:spcPts val="0"/>
              </a:spcBef>
              <a:spcAft>
                <a:spcPts val="0"/>
              </a:spcAft>
              <a:buClr>
                <a:schemeClr val="accent3"/>
              </a:buClr>
              <a:buSzPts val="1600"/>
              <a:buFont typeface="Urbanist"/>
              <a:buNone/>
              <a:defRPr>
                <a:solidFill>
                  <a:schemeClr val="accent3"/>
                </a:solidFill>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33" name="Google Shape;133;p19"/>
          <p:cNvSpPr txBox="1">
            <a:spLocks noGrp="1"/>
          </p:cNvSpPr>
          <p:nvPr>
            <p:ph type="subTitle" idx="13"/>
          </p:nvPr>
        </p:nvSpPr>
        <p:spPr>
          <a:xfrm>
            <a:off x="5067075" y="387150"/>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4" name="Google Shape;134;p19"/>
          <p:cNvSpPr txBox="1">
            <a:spLocks noGrp="1"/>
          </p:cNvSpPr>
          <p:nvPr>
            <p:ph type="subTitle" idx="14"/>
          </p:nvPr>
        </p:nvSpPr>
        <p:spPr>
          <a:xfrm>
            <a:off x="5067075" y="1061588"/>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5" name="Google Shape;135;p19"/>
          <p:cNvSpPr txBox="1">
            <a:spLocks noGrp="1"/>
          </p:cNvSpPr>
          <p:nvPr>
            <p:ph type="subTitle" idx="15"/>
          </p:nvPr>
        </p:nvSpPr>
        <p:spPr>
          <a:xfrm>
            <a:off x="5067075" y="1739350"/>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6" name="Google Shape;136;p19"/>
          <p:cNvSpPr txBox="1">
            <a:spLocks noGrp="1"/>
          </p:cNvSpPr>
          <p:nvPr>
            <p:ph type="subTitle" idx="16"/>
          </p:nvPr>
        </p:nvSpPr>
        <p:spPr>
          <a:xfrm>
            <a:off x="5067075" y="2424100"/>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7" name="Google Shape;137;p19"/>
          <p:cNvSpPr txBox="1">
            <a:spLocks noGrp="1"/>
          </p:cNvSpPr>
          <p:nvPr>
            <p:ph type="subTitle" idx="17"/>
          </p:nvPr>
        </p:nvSpPr>
        <p:spPr>
          <a:xfrm>
            <a:off x="5067075" y="3094938"/>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8" name="Google Shape;138;p19"/>
          <p:cNvSpPr txBox="1">
            <a:spLocks noGrp="1"/>
          </p:cNvSpPr>
          <p:nvPr>
            <p:ph type="subTitle" idx="18"/>
          </p:nvPr>
        </p:nvSpPr>
        <p:spPr>
          <a:xfrm>
            <a:off x="5067075" y="3765788"/>
            <a:ext cx="3267600" cy="28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139" name="Google Shape;139;p19"/>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40" name="Google Shape;140;p19"/>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and images">
  <p:cSld name="BLANK_1_1_1_1_2_1">
    <p:spTree>
      <p:nvGrpSpPr>
        <p:cNvPr id="1" name="Shape 141"/>
        <p:cNvGrpSpPr/>
        <p:nvPr/>
      </p:nvGrpSpPr>
      <p:grpSpPr>
        <a:xfrm>
          <a:off x="0" y="0"/>
          <a:ext cx="0" cy="0"/>
          <a:chOff x="0" y="0"/>
          <a:chExt cx="0" cy="0"/>
        </a:xfrm>
      </p:grpSpPr>
      <p:sp>
        <p:nvSpPr>
          <p:cNvPr id="142" name="Google Shape;142;p20"/>
          <p:cNvSpPr>
            <a:spLocks noGrp="1"/>
          </p:cNvSpPr>
          <p:nvPr>
            <p:ph type="pic" idx="2"/>
          </p:nvPr>
        </p:nvSpPr>
        <p:spPr>
          <a:xfrm>
            <a:off x="4618950" y="228600"/>
            <a:ext cx="1370400" cy="1357500"/>
          </a:xfrm>
          <a:prstGeom prst="roundRect">
            <a:avLst>
              <a:gd name="adj" fmla="val 16935"/>
            </a:avLst>
          </a:prstGeom>
          <a:noFill/>
          <a:ln>
            <a:noFill/>
          </a:ln>
        </p:spPr>
      </p:sp>
      <p:sp>
        <p:nvSpPr>
          <p:cNvPr id="143" name="Google Shape;143;p20"/>
          <p:cNvSpPr txBox="1">
            <a:spLocks noGrp="1"/>
          </p:cNvSpPr>
          <p:nvPr>
            <p:ph type="subTitle" idx="1"/>
          </p:nvPr>
        </p:nvSpPr>
        <p:spPr>
          <a:xfrm>
            <a:off x="4619000" y="1702322"/>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44" name="Google Shape;144;p20"/>
          <p:cNvSpPr txBox="1">
            <a:spLocks noGrp="1"/>
          </p:cNvSpPr>
          <p:nvPr>
            <p:ph type="subTitle" idx="3"/>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45" name="Google Shape;145;p20"/>
          <p:cNvSpPr txBox="1">
            <a:spLocks noGrp="1"/>
          </p:cNvSpPr>
          <p:nvPr>
            <p:ph type="subTitle" idx="4"/>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46" name="Google Shape;146;p20"/>
          <p:cNvSpPr txBox="1">
            <a:spLocks noGrp="1"/>
          </p:cNvSpPr>
          <p:nvPr>
            <p:ph type="subTitle" idx="5"/>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47" name="Google Shape;147;p20"/>
          <p:cNvSpPr txBox="1">
            <a:spLocks noGrp="1"/>
          </p:cNvSpPr>
          <p:nvPr>
            <p:ph type="title"/>
          </p:nvPr>
        </p:nvSpPr>
        <p:spPr>
          <a:xfrm>
            <a:off x="228600" y="234750"/>
            <a:ext cx="3904500" cy="11628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sp>
        <p:nvSpPr>
          <p:cNvPr id="148" name="Google Shape;148;p20"/>
          <p:cNvSpPr txBox="1">
            <a:spLocks noGrp="1"/>
          </p:cNvSpPr>
          <p:nvPr>
            <p:ph type="subTitle" idx="6"/>
          </p:nvPr>
        </p:nvSpPr>
        <p:spPr>
          <a:xfrm>
            <a:off x="4619000" y="1880160"/>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49" name="Google Shape;149;p20"/>
          <p:cNvSpPr>
            <a:spLocks noGrp="1"/>
          </p:cNvSpPr>
          <p:nvPr>
            <p:ph type="pic" idx="7"/>
          </p:nvPr>
        </p:nvSpPr>
        <p:spPr>
          <a:xfrm>
            <a:off x="6080700" y="228600"/>
            <a:ext cx="1370400" cy="1357500"/>
          </a:xfrm>
          <a:prstGeom prst="roundRect">
            <a:avLst>
              <a:gd name="adj" fmla="val 16935"/>
            </a:avLst>
          </a:prstGeom>
          <a:noFill/>
          <a:ln>
            <a:noFill/>
          </a:ln>
        </p:spPr>
      </p:sp>
      <p:sp>
        <p:nvSpPr>
          <p:cNvPr id="150" name="Google Shape;150;p20"/>
          <p:cNvSpPr txBox="1">
            <a:spLocks noGrp="1"/>
          </p:cNvSpPr>
          <p:nvPr>
            <p:ph type="subTitle" idx="8"/>
          </p:nvPr>
        </p:nvSpPr>
        <p:spPr>
          <a:xfrm>
            <a:off x="6080750" y="1702321"/>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51" name="Google Shape;151;p20"/>
          <p:cNvSpPr txBox="1">
            <a:spLocks noGrp="1"/>
          </p:cNvSpPr>
          <p:nvPr>
            <p:ph type="subTitle" idx="9"/>
          </p:nvPr>
        </p:nvSpPr>
        <p:spPr>
          <a:xfrm>
            <a:off x="6080750" y="1880160"/>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52" name="Google Shape;152;p20"/>
          <p:cNvSpPr>
            <a:spLocks noGrp="1"/>
          </p:cNvSpPr>
          <p:nvPr>
            <p:ph type="pic" idx="13"/>
          </p:nvPr>
        </p:nvSpPr>
        <p:spPr>
          <a:xfrm>
            <a:off x="7542450" y="228600"/>
            <a:ext cx="1370400" cy="1357500"/>
          </a:xfrm>
          <a:prstGeom prst="roundRect">
            <a:avLst>
              <a:gd name="adj" fmla="val 16935"/>
            </a:avLst>
          </a:prstGeom>
          <a:noFill/>
          <a:ln>
            <a:noFill/>
          </a:ln>
        </p:spPr>
      </p:sp>
      <p:sp>
        <p:nvSpPr>
          <p:cNvPr id="153" name="Google Shape;153;p20"/>
          <p:cNvSpPr txBox="1">
            <a:spLocks noGrp="1"/>
          </p:cNvSpPr>
          <p:nvPr>
            <p:ph type="subTitle" idx="14"/>
          </p:nvPr>
        </p:nvSpPr>
        <p:spPr>
          <a:xfrm>
            <a:off x="7542500" y="1702321"/>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54" name="Google Shape;154;p20"/>
          <p:cNvSpPr txBox="1">
            <a:spLocks noGrp="1"/>
          </p:cNvSpPr>
          <p:nvPr>
            <p:ph type="subTitle" idx="15"/>
          </p:nvPr>
        </p:nvSpPr>
        <p:spPr>
          <a:xfrm>
            <a:off x="7542500" y="1880160"/>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55" name="Google Shape;155;p20"/>
          <p:cNvSpPr>
            <a:spLocks noGrp="1"/>
          </p:cNvSpPr>
          <p:nvPr>
            <p:ph type="pic" idx="16"/>
          </p:nvPr>
        </p:nvSpPr>
        <p:spPr>
          <a:xfrm>
            <a:off x="4618950" y="2295725"/>
            <a:ext cx="1370400" cy="1357500"/>
          </a:xfrm>
          <a:prstGeom prst="roundRect">
            <a:avLst>
              <a:gd name="adj" fmla="val 16935"/>
            </a:avLst>
          </a:prstGeom>
          <a:noFill/>
          <a:ln>
            <a:noFill/>
          </a:ln>
        </p:spPr>
      </p:sp>
      <p:sp>
        <p:nvSpPr>
          <p:cNvPr id="156" name="Google Shape;156;p20"/>
          <p:cNvSpPr txBox="1">
            <a:spLocks noGrp="1"/>
          </p:cNvSpPr>
          <p:nvPr>
            <p:ph type="subTitle" idx="17"/>
          </p:nvPr>
        </p:nvSpPr>
        <p:spPr>
          <a:xfrm>
            <a:off x="4619000" y="3769446"/>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57" name="Google Shape;157;p20"/>
          <p:cNvSpPr txBox="1">
            <a:spLocks noGrp="1"/>
          </p:cNvSpPr>
          <p:nvPr>
            <p:ph type="subTitle" idx="18"/>
          </p:nvPr>
        </p:nvSpPr>
        <p:spPr>
          <a:xfrm>
            <a:off x="4619000" y="3947285"/>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58" name="Google Shape;158;p20"/>
          <p:cNvSpPr>
            <a:spLocks noGrp="1"/>
          </p:cNvSpPr>
          <p:nvPr>
            <p:ph type="pic" idx="19"/>
          </p:nvPr>
        </p:nvSpPr>
        <p:spPr>
          <a:xfrm>
            <a:off x="6080700" y="2295725"/>
            <a:ext cx="1370400" cy="1357500"/>
          </a:xfrm>
          <a:prstGeom prst="roundRect">
            <a:avLst>
              <a:gd name="adj" fmla="val 16935"/>
            </a:avLst>
          </a:prstGeom>
          <a:noFill/>
          <a:ln>
            <a:noFill/>
          </a:ln>
        </p:spPr>
      </p:sp>
      <p:sp>
        <p:nvSpPr>
          <p:cNvPr id="159" name="Google Shape;159;p20"/>
          <p:cNvSpPr txBox="1">
            <a:spLocks noGrp="1"/>
          </p:cNvSpPr>
          <p:nvPr>
            <p:ph type="subTitle" idx="20"/>
          </p:nvPr>
        </p:nvSpPr>
        <p:spPr>
          <a:xfrm>
            <a:off x="6080750" y="3769447"/>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60" name="Google Shape;160;p20"/>
          <p:cNvSpPr txBox="1">
            <a:spLocks noGrp="1"/>
          </p:cNvSpPr>
          <p:nvPr>
            <p:ph type="subTitle" idx="21"/>
          </p:nvPr>
        </p:nvSpPr>
        <p:spPr>
          <a:xfrm>
            <a:off x="6080750" y="3947285"/>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sp>
        <p:nvSpPr>
          <p:cNvPr id="161" name="Google Shape;161;p20"/>
          <p:cNvSpPr>
            <a:spLocks noGrp="1"/>
          </p:cNvSpPr>
          <p:nvPr>
            <p:ph type="pic" idx="22"/>
          </p:nvPr>
        </p:nvSpPr>
        <p:spPr>
          <a:xfrm>
            <a:off x="7542450" y="2295725"/>
            <a:ext cx="1370400" cy="1357500"/>
          </a:xfrm>
          <a:prstGeom prst="roundRect">
            <a:avLst>
              <a:gd name="adj" fmla="val 16935"/>
            </a:avLst>
          </a:prstGeom>
          <a:noFill/>
          <a:ln>
            <a:noFill/>
          </a:ln>
        </p:spPr>
      </p:sp>
      <p:sp>
        <p:nvSpPr>
          <p:cNvPr id="162" name="Google Shape;162;p20"/>
          <p:cNvSpPr txBox="1">
            <a:spLocks noGrp="1"/>
          </p:cNvSpPr>
          <p:nvPr>
            <p:ph type="subTitle" idx="23"/>
          </p:nvPr>
        </p:nvSpPr>
        <p:spPr>
          <a:xfrm>
            <a:off x="7542500" y="3769446"/>
            <a:ext cx="1370400" cy="171900"/>
          </a:xfrm>
          <a:prstGeom prst="rect">
            <a:avLst/>
          </a:prstGeom>
        </p:spPr>
        <p:txBody>
          <a:bodyPr spcFirstLastPara="1" wrap="square" lIns="0" tIns="0" rIns="91425" bIns="0" anchor="b" anchorCtr="0">
            <a:noAutofit/>
          </a:bodyPr>
          <a:lstStyle>
            <a:lvl1pPr lvl="0">
              <a:spcBef>
                <a:spcPts val="0"/>
              </a:spcBef>
              <a:spcAft>
                <a:spcPts val="0"/>
              </a:spcAft>
              <a:buNone/>
              <a:defRPr sz="12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2pPr>
            <a:lvl3pPr lvl="2">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3pPr>
            <a:lvl4pPr lvl="3">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4pPr>
            <a:lvl5pPr lvl="4">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5pPr>
            <a:lvl6pPr lvl="5">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6pPr>
            <a:lvl7pPr lvl="6">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7pPr>
            <a:lvl8pPr lvl="7">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8pPr>
            <a:lvl9pPr lvl="8">
              <a:spcBef>
                <a:spcPts val="0"/>
              </a:spcBef>
              <a:spcAft>
                <a:spcPts val="0"/>
              </a:spcAft>
              <a:buClr>
                <a:schemeClr val="accent3"/>
              </a:buClr>
              <a:buSzPts val="1000"/>
              <a:buFont typeface="Urbanist SemiBold"/>
              <a:buNone/>
              <a:defRPr sz="1000">
                <a:solidFill>
                  <a:schemeClr val="accent3"/>
                </a:solidFill>
                <a:latin typeface="Urbanist SemiBold"/>
                <a:ea typeface="Urbanist SemiBold"/>
                <a:cs typeface="Urbanist SemiBold"/>
                <a:sym typeface="Urbanist SemiBold"/>
              </a:defRPr>
            </a:lvl9pPr>
          </a:lstStyle>
          <a:p>
            <a:endParaRPr/>
          </a:p>
        </p:txBody>
      </p:sp>
      <p:sp>
        <p:nvSpPr>
          <p:cNvPr id="163" name="Google Shape;163;p20"/>
          <p:cNvSpPr txBox="1">
            <a:spLocks noGrp="1"/>
          </p:cNvSpPr>
          <p:nvPr>
            <p:ph type="subTitle" idx="24"/>
          </p:nvPr>
        </p:nvSpPr>
        <p:spPr>
          <a:xfrm>
            <a:off x="7542500" y="3947285"/>
            <a:ext cx="1370400" cy="171900"/>
          </a:xfrm>
          <a:prstGeom prst="rect">
            <a:avLst/>
          </a:prstGeom>
        </p:spPr>
        <p:txBody>
          <a:bodyPr spcFirstLastPara="1" wrap="square" lIns="0" tIns="0" rIns="91425" bIns="91425" anchor="t" anchorCtr="0">
            <a:noAutofit/>
          </a:bodyPr>
          <a:lstStyle>
            <a:lvl1pPr lvl="0">
              <a:spcBef>
                <a:spcPts val="0"/>
              </a:spcBef>
              <a:spcAft>
                <a:spcPts val="0"/>
              </a:spcAft>
              <a:buNone/>
              <a:defRPr sz="1000">
                <a:latin typeface="Urbanist Medium"/>
                <a:ea typeface="Urbanist Medium"/>
                <a:cs typeface="Urbanist Medium"/>
                <a:sym typeface="Urbanist Medium"/>
              </a:defRPr>
            </a:lvl1pPr>
            <a:lvl2pPr lvl="1">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000"/>
              <a:buFont typeface="Urbanist SemiBold"/>
              <a:buNone/>
              <a:defRPr sz="1000">
                <a:solidFill>
                  <a:schemeClr val="lt1"/>
                </a:solidFill>
                <a:latin typeface="Urbanist SemiBold"/>
                <a:ea typeface="Urbanist SemiBold"/>
                <a:cs typeface="Urbanist SemiBold"/>
                <a:sym typeface="Urbanist SemiBold"/>
              </a:defRPr>
            </a:lvl9pPr>
          </a:lstStyle>
          <a:p>
            <a:endParaRPr/>
          </a:p>
        </p:txBody>
      </p:sp>
      <p:cxnSp>
        <p:nvCxnSpPr>
          <p:cNvPr id="164" name="Google Shape;164;p20"/>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165" name="Google Shape;165;p20"/>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66" name="Google Shape;166;p20"/>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Main point ALT 2">
  <p:cSld name="BLANK_1_1_1_1_1_1">
    <p:spTree>
      <p:nvGrpSpPr>
        <p:cNvPr id="1" name="Shape 167"/>
        <p:cNvGrpSpPr/>
        <p:nvPr/>
      </p:nvGrpSpPr>
      <p:grpSpPr>
        <a:xfrm>
          <a:off x="0" y="0"/>
          <a:ext cx="0" cy="0"/>
          <a:chOff x="0" y="0"/>
          <a:chExt cx="0" cy="0"/>
        </a:xfrm>
      </p:grpSpPr>
      <p:sp>
        <p:nvSpPr>
          <p:cNvPr id="168" name="Google Shape;168;p21"/>
          <p:cNvSpPr>
            <a:spLocks noGrp="1"/>
          </p:cNvSpPr>
          <p:nvPr>
            <p:ph type="pic" idx="2"/>
          </p:nvPr>
        </p:nvSpPr>
        <p:spPr>
          <a:xfrm>
            <a:off x="9425" y="-3075"/>
            <a:ext cx="9144000" cy="4641000"/>
          </a:xfrm>
          <a:prstGeom prst="rect">
            <a:avLst/>
          </a:prstGeom>
          <a:noFill/>
          <a:ln>
            <a:noFill/>
          </a:ln>
        </p:spPr>
      </p:sp>
      <p:sp>
        <p:nvSpPr>
          <p:cNvPr id="169" name="Google Shape;169;p21"/>
          <p:cNvSpPr txBox="1">
            <a:spLocks noGrp="1"/>
          </p:cNvSpPr>
          <p:nvPr>
            <p:ph type="title"/>
          </p:nvPr>
        </p:nvSpPr>
        <p:spPr>
          <a:xfrm>
            <a:off x="234125" y="3337800"/>
            <a:ext cx="8574600" cy="1114800"/>
          </a:xfrm>
          <a:prstGeom prst="rect">
            <a:avLst/>
          </a:prstGeom>
        </p:spPr>
        <p:txBody>
          <a:bodyPr spcFirstLastPara="1" wrap="square" lIns="0" tIns="0" rIns="0" bIns="0" anchor="b" anchorCtr="0">
            <a:noAutofit/>
          </a:bodyPr>
          <a:lstStyle>
            <a:lvl1pPr lvl="0">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a:endParaRPr/>
          </a:p>
        </p:txBody>
      </p:sp>
      <p:sp>
        <p:nvSpPr>
          <p:cNvPr id="170" name="Google Shape;170;p21"/>
          <p:cNvSpPr txBox="1">
            <a:spLocks noGrp="1"/>
          </p:cNvSpPr>
          <p:nvPr>
            <p:ph type="subTitle" idx="1"/>
          </p:nvPr>
        </p:nvSpPr>
        <p:spPr>
          <a:xfrm>
            <a:off x="228600" y="228600"/>
            <a:ext cx="28701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sp>
        <p:nvSpPr>
          <p:cNvPr id="171" name="Google Shape;171;p21"/>
          <p:cNvSpPr txBox="1">
            <a:spLocks noGrp="1"/>
          </p:cNvSpPr>
          <p:nvPr>
            <p:ph type="subTitle" idx="3"/>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72" name="Google Shape;172;p21"/>
          <p:cNvSpPr txBox="1">
            <a:spLocks noGrp="1"/>
          </p:cNvSpPr>
          <p:nvPr>
            <p:ph type="subTitle" idx="4"/>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73" name="Google Shape;173;p21"/>
          <p:cNvSpPr txBox="1">
            <a:spLocks noGrp="1"/>
          </p:cNvSpPr>
          <p:nvPr>
            <p:ph type="subTitle" idx="5"/>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174" name="Google Shape;174;p21"/>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175" name="Google Shape;175;p21"/>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176" name="Google Shape;176;p21"/>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ards w/ images">
  <p:cSld name="BLANK_1_1_1_1_1_1_1_1_1_1_3">
    <p:spTree>
      <p:nvGrpSpPr>
        <p:cNvPr id="1" name="Shape 177"/>
        <p:cNvGrpSpPr/>
        <p:nvPr/>
      </p:nvGrpSpPr>
      <p:grpSpPr>
        <a:xfrm>
          <a:off x="0" y="0"/>
          <a:ext cx="0" cy="0"/>
          <a:chOff x="0" y="0"/>
          <a:chExt cx="0" cy="0"/>
        </a:xfrm>
      </p:grpSpPr>
      <p:sp>
        <p:nvSpPr>
          <p:cNvPr id="178" name="Google Shape;178;p22"/>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79" name="Google Shape;179;p22"/>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180" name="Google Shape;180;p22"/>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grpSp>
        <p:nvGrpSpPr>
          <p:cNvPr id="181" name="Google Shape;181;p22"/>
          <p:cNvGrpSpPr/>
          <p:nvPr/>
        </p:nvGrpSpPr>
        <p:grpSpPr>
          <a:xfrm rot="5400000">
            <a:off x="8691475" y="228504"/>
            <a:ext cx="228589" cy="228623"/>
            <a:chOff x="1688332" y="4135245"/>
            <a:chExt cx="338700" cy="338700"/>
          </a:xfrm>
        </p:grpSpPr>
        <p:sp>
          <p:nvSpPr>
            <p:cNvPr id="182" name="Google Shape;182;p22"/>
            <p:cNvSpPr/>
            <p:nvPr/>
          </p:nvSpPr>
          <p:spPr>
            <a:xfrm rot="-5400000">
              <a:off x="1688332" y="4135245"/>
              <a:ext cx="338700" cy="338700"/>
            </a:xfrm>
            <a:prstGeom prst="ellipse">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grpSp>
          <p:nvGrpSpPr>
            <p:cNvPr id="183" name="Google Shape;183;p22"/>
            <p:cNvGrpSpPr/>
            <p:nvPr/>
          </p:nvGrpSpPr>
          <p:grpSpPr>
            <a:xfrm rot="-5400000">
              <a:off x="1787014" y="4262191"/>
              <a:ext cx="169598" cy="84809"/>
              <a:chOff x="498725" y="2069800"/>
              <a:chExt cx="205200" cy="102600"/>
            </a:xfrm>
          </p:grpSpPr>
          <p:cxnSp>
            <p:nvCxnSpPr>
              <p:cNvPr id="184" name="Google Shape;184;p22"/>
              <p:cNvCxnSpPr/>
              <p:nvPr/>
            </p:nvCxnSpPr>
            <p:spPr>
              <a:xfrm>
                <a:off x="498725" y="2069800"/>
                <a:ext cx="102600" cy="102600"/>
              </a:xfrm>
              <a:prstGeom prst="straightConnector1">
                <a:avLst/>
              </a:prstGeom>
              <a:noFill/>
              <a:ln w="9525" cap="flat" cmpd="sng">
                <a:solidFill>
                  <a:schemeClr val="dk1"/>
                </a:solidFill>
                <a:prstDash val="solid"/>
                <a:round/>
                <a:headEnd type="none" w="med" len="med"/>
                <a:tailEnd type="none" w="med" len="med"/>
              </a:ln>
            </p:spPr>
          </p:cxnSp>
          <p:cxnSp>
            <p:nvCxnSpPr>
              <p:cNvPr id="185" name="Google Shape;185;p22"/>
              <p:cNvCxnSpPr/>
              <p:nvPr/>
            </p:nvCxnSpPr>
            <p:spPr>
              <a:xfrm flipH="1">
                <a:off x="601325" y="2069800"/>
                <a:ext cx="102600" cy="102600"/>
              </a:xfrm>
              <a:prstGeom prst="straightConnector1">
                <a:avLst/>
              </a:prstGeom>
              <a:noFill/>
              <a:ln w="9525" cap="flat" cmpd="sng">
                <a:solidFill>
                  <a:schemeClr val="dk1"/>
                </a:solidFill>
                <a:prstDash val="solid"/>
                <a:round/>
                <a:headEnd type="none" w="med" len="med"/>
                <a:tailEnd type="none" w="med" len="med"/>
              </a:ln>
            </p:spPr>
          </p:cxnSp>
        </p:grpSp>
      </p:grpSp>
      <p:sp>
        <p:nvSpPr>
          <p:cNvPr id="186" name="Google Shape;186;p22"/>
          <p:cNvSpPr>
            <a:spLocks noGrp="1"/>
          </p:cNvSpPr>
          <p:nvPr>
            <p:ph type="pic" idx="4"/>
          </p:nvPr>
        </p:nvSpPr>
        <p:spPr>
          <a:xfrm>
            <a:off x="426700" y="1896600"/>
            <a:ext cx="665400" cy="685500"/>
          </a:xfrm>
          <a:prstGeom prst="roundRect">
            <a:avLst>
              <a:gd name="adj" fmla="val 17601"/>
            </a:avLst>
          </a:prstGeom>
          <a:noFill/>
          <a:ln>
            <a:noFill/>
          </a:ln>
        </p:spPr>
      </p:sp>
      <p:sp>
        <p:nvSpPr>
          <p:cNvPr id="187" name="Google Shape;187;p22"/>
          <p:cNvSpPr txBox="1">
            <a:spLocks noGrp="1"/>
          </p:cNvSpPr>
          <p:nvPr>
            <p:ph type="subTitle" idx="5"/>
          </p:nvPr>
        </p:nvSpPr>
        <p:spPr>
          <a:xfrm>
            <a:off x="426700" y="2708802"/>
            <a:ext cx="1761900" cy="22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88" name="Google Shape;188;p22"/>
          <p:cNvSpPr txBox="1">
            <a:spLocks noGrp="1"/>
          </p:cNvSpPr>
          <p:nvPr>
            <p:ph type="subTitle" idx="6"/>
          </p:nvPr>
        </p:nvSpPr>
        <p:spPr>
          <a:xfrm>
            <a:off x="426700" y="2936076"/>
            <a:ext cx="1761900" cy="1638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189" name="Google Shape;189;p22"/>
          <p:cNvSpPr txBox="1">
            <a:spLocks noGrp="1"/>
          </p:cNvSpPr>
          <p:nvPr>
            <p:ph type="body" idx="7"/>
          </p:nvPr>
        </p:nvSpPr>
        <p:spPr>
          <a:xfrm>
            <a:off x="426700" y="3251425"/>
            <a:ext cx="1761900" cy="9651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190" name="Google Shape;190;p22"/>
          <p:cNvSpPr>
            <a:spLocks noGrp="1"/>
          </p:cNvSpPr>
          <p:nvPr>
            <p:ph type="pic" idx="8"/>
          </p:nvPr>
        </p:nvSpPr>
        <p:spPr>
          <a:xfrm>
            <a:off x="2621800" y="1896600"/>
            <a:ext cx="665400" cy="685500"/>
          </a:xfrm>
          <a:prstGeom prst="roundRect">
            <a:avLst>
              <a:gd name="adj" fmla="val 17601"/>
            </a:avLst>
          </a:prstGeom>
          <a:noFill/>
          <a:ln>
            <a:noFill/>
          </a:ln>
        </p:spPr>
      </p:sp>
      <p:sp>
        <p:nvSpPr>
          <p:cNvPr id="191" name="Google Shape;191;p22"/>
          <p:cNvSpPr txBox="1">
            <a:spLocks noGrp="1"/>
          </p:cNvSpPr>
          <p:nvPr>
            <p:ph type="subTitle" idx="9"/>
          </p:nvPr>
        </p:nvSpPr>
        <p:spPr>
          <a:xfrm>
            <a:off x="2621800" y="2708807"/>
            <a:ext cx="1761900" cy="22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92" name="Google Shape;192;p22"/>
          <p:cNvSpPr txBox="1">
            <a:spLocks noGrp="1"/>
          </p:cNvSpPr>
          <p:nvPr>
            <p:ph type="subTitle" idx="13"/>
          </p:nvPr>
        </p:nvSpPr>
        <p:spPr>
          <a:xfrm>
            <a:off x="2621800" y="2936075"/>
            <a:ext cx="1761900" cy="1638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193" name="Google Shape;193;p22"/>
          <p:cNvSpPr txBox="1">
            <a:spLocks noGrp="1"/>
          </p:cNvSpPr>
          <p:nvPr>
            <p:ph type="body" idx="14"/>
          </p:nvPr>
        </p:nvSpPr>
        <p:spPr>
          <a:xfrm>
            <a:off x="2621800" y="3251425"/>
            <a:ext cx="1705800" cy="9651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194" name="Google Shape;194;p22"/>
          <p:cNvSpPr>
            <a:spLocks noGrp="1"/>
          </p:cNvSpPr>
          <p:nvPr>
            <p:ph type="pic" idx="15"/>
          </p:nvPr>
        </p:nvSpPr>
        <p:spPr>
          <a:xfrm>
            <a:off x="4816900" y="1896600"/>
            <a:ext cx="665400" cy="685500"/>
          </a:xfrm>
          <a:prstGeom prst="roundRect">
            <a:avLst>
              <a:gd name="adj" fmla="val 17601"/>
            </a:avLst>
          </a:prstGeom>
          <a:noFill/>
          <a:ln>
            <a:noFill/>
          </a:ln>
        </p:spPr>
      </p:sp>
      <p:sp>
        <p:nvSpPr>
          <p:cNvPr id="195" name="Google Shape;195;p22"/>
          <p:cNvSpPr txBox="1">
            <a:spLocks noGrp="1"/>
          </p:cNvSpPr>
          <p:nvPr>
            <p:ph type="subTitle" idx="16"/>
          </p:nvPr>
        </p:nvSpPr>
        <p:spPr>
          <a:xfrm>
            <a:off x="4816900" y="2708808"/>
            <a:ext cx="1761900" cy="22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196" name="Google Shape;196;p22"/>
          <p:cNvSpPr txBox="1">
            <a:spLocks noGrp="1"/>
          </p:cNvSpPr>
          <p:nvPr>
            <p:ph type="subTitle" idx="17"/>
          </p:nvPr>
        </p:nvSpPr>
        <p:spPr>
          <a:xfrm>
            <a:off x="4816900" y="2936076"/>
            <a:ext cx="1761900" cy="1638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197" name="Google Shape;197;p22"/>
          <p:cNvSpPr txBox="1">
            <a:spLocks noGrp="1"/>
          </p:cNvSpPr>
          <p:nvPr>
            <p:ph type="body" idx="18"/>
          </p:nvPr>
        </p:nvSpPr>
        <p:spPr>
          <a:xfrm>
            <a:off x="4817025" y="3251425"/>
            <a:ext cx="1761900" cy="9651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198" name="Google Shape;198;p22"/>
          <p:cNvSpPr>
            <a:spLocks noGrp="1"/>
          </p:cNvSpPr>
          <p:nvPr>
            <p:ph type="pic" idx="19"/>
          </p:nvPr>
        </p:nvSpPr>
        <p:spPr>
          <a:xfrm>
            <a:off x="7012000" y="1896600"/>
            <a:ext cx="665400" cy="685500"/>
          </a:xfrm>
          <a:prstGeom prst="roundRect">
            <a:avLst>
              <a:gd name="adj" fmla="val 17601"/>
            </a:avLst>
          </a:prstGeom>
          <a:noFill/>
          <a:ln>
            <a:noFill/>
          </a:ln>
        </p:spPr>
      </p:sp>
      <p:sp>
        <p:nvSpPr>
          <p:cNvPr id="199" name="Google Shape;199;p22"/>
          <p:cNvSpPr txBox="1">
            <a:spLocks noGrp="1"/>
          </p:cNvSpPr>
          <p:nvPr>
            <p:ph type="subTitle" idx="20"/>
          </p:nvPr>
        </p:nvSpPr>
        <p:spPr>
          <a:xfrm>
            <a:off x="7012000" y="2708807"/>
            <a:ext cx="1761900" cy="228600"/>
          </a:xfrm>
          <a:prstGeom prst="rect">
            <a:avLst/>
          </a:prstGeom>
        </p:spPr>
        <p:txBody>
          <a:bodyPr spcFirstLastPara="1" wrap="square" lIns="0" tIns="0" rIns="91425" bIns="0" anchor="b" anchorCtr="0">
            <a:noAutofit/>
          </a:bodyPr>
          <a:lstStyle>
            <a:lvl1pPr lvl="0">
              <a:lnSpc>
                <a:spcPct val="85000"/>
              </a:lnSpc>
              <a:spcBef>
                <a:spcPts val="0"/>
              </a:spcBef>
              <a:spcAft>
                <a:spcPts val="0"/>
              </a:spcAft>
              <a:buNone/>
              <a:defRPr>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2pPr>
            <a:lvl3pPr lvl="2">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3pPr>
            <a:lvl4pPr lvl="3">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4pPr>
            <a:lvl5pPr lvl="4">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5pPr>
            <a:lvl6pPr lvl="5">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6pPr>
            <a:lvl7pPr lvl="6">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7pPr>
            <a:lvl8pPr lvl="7">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8pPr>
            <a:lvl9pPr lvl="8">
              <a:spcBef>
                <a:spcPts val="0"/>
              </a:spcBef>
              <a:spcAft>
                <a:spcPts val="0"/>
              </a:spcAft>
              <a:buClr>
                <a:schemeClr val="accent3"/>
              </a:buClr>
              <a:buSzPts val="1400"/>
              <a:buFont typeface="Urbanist"/>
              <a:buNone/>
              <a:defRPr>
                <a:solidFill>
                  <a:schemeClr val="accent3"/>
                </a:solidFill>
                <a:latin typeface="Urbanist"/>
                <a:ea typeface="Urbanist"/>
                <a:cs typeface="Urbanist"/>
                <a:sym typeface="Urbanist"/>
              </a:defRPr>
            </a:lvl9pPr>
          </a:lstStyle>
          <a:p>
            <a:endParaRPr/>
          </a:p>
        </p:txBody>
      </p:sp>
      <p:sp>
        <p:nvSpPr>
          <p:cNvPr id="200" name="Google Shape;200;p22"/>
          <p:cNvSpPr txBox="1">
            <a:spLocks noGrp="1"/>
          </p:cNvSpPr>
          <p:nvPr>
            <p:ph type="subTitle" idx="21"/>
          </p:nvPr>
        </p:nvSpPr>
        <p:spPr>
          <a:xfrm>
            <a:off x="7012000" y="2936076"/>
            <a:ext cx="1761900" cy="163800"/>
          </a:xfrm>
          <a:prstGeom prst="rect">
            <a:avLst/>
          </a:prstGeom>
        </p:spPr>
        <p:txBody>
          <a:bodyPr spcFirstLastPara="1" wrap="square" lIns="0" tIns="0" rIns="91425" bIns="0" anchor="t" anchorCtr="0">
            <a:noAutofit/>
          </a:bodyPr>
          <a:lstStyle>
            <a:lvl1pPr lvl="0">
              <a:lnSpc>
                <a:spcPct val="85000"/>
              </a:lnSpc>
              <a:spcBef>
                <a:spcPts val="0"/>
              </a:spcBef>
              <a:spcAft>
                <a:spcPts val="0"/>
              </a:spcAft>
              <a:buNone/>
              <a:defRPr sz="1200">
                <a:latin typeface="Urbanist Medium"/>
                <a:ea typeface="Urbanist Medium"/>
                <a:cs typeface="Urbanist Medium"/>
                <a:sym typeface="Urbanist Medium"/>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201" name="Google Shape;201;p22"/>
          <p:cNvSpPr txBox="1">
            <a:spLocks noGrp="1"/>
          </p:cNvSpPr>
          <p:nvPr>
            <p:ph type="body" idx="22"/>
          </p:nvPr>
        </p:nvSpPr>
        <p:spPr>
          <a:xfrm>
            <a:off x="7012000" y="3251425"/>
            <a:ext cx="1761900" cy="965100"/>
          </a:xfrm>
          <a:prstGeom prst="rect">
            <a:avLst/>
          </a:prstGeom>
        </p:spPr>
        <p:txBody>
          <a:bodyPr spcFirstLastPara="1" wrap="square" lIns="0" tIns="0" rIns="91425"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cxnSp>
        <p:nvCxnSpPr>
          <p:cNvPr id="202" name="Google Shape;202;p22"/>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03" name="Google Shape;203;p22"/>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04" name="Google Shape;204;p22"/>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hort big title and body">
  <p:cSld name="BLANK_1_1_1_1_1_1_1_1_1_1_2">
    <p:spTree>
      <p:nvGrpSpPr>
        <p:cNvPr id="1" name="Shape 205"/>
        <p:cNvGrpSpPr/>
        <p:nvPr/>
      </p:nvGrpSpPr>
      <p:grpSpPr>
        <a:xfrm>
          <a:off x="0" y="0"/>
          <a:ext cx="0" cy="0"/>
          <a:chOff x="0" y="0"/>
          <a:chExt cx="0" cy="0"/>
        </a:xfrm>
      </p:grpSpPr>
      <p:pic>
        <p:nvPicPr>
          <p:cNvPr id="206" name="Google Shape;206;p23" descr="Oval black shapes against a shadowy background. "/>
          <p:cNvPicPr preferRelativeResize="0"/>
          <p:nvPr/>
        </p:nvPicPr>
        <p:blipFill rotWithShape="1">
          <a:blip r:embed="rId2">
            <a:alphaModFix/>
          </a:blip>
          <a:srcRect l="17240" t="34" r="25038" b="42245"/>
          <a:stretch/>
        </p:blipFill>
        <p:spPr>
          <a:xfrm>
            <a:off x="0" y="-289"/>
            <a:ext cx="9144000" cy="5144100"/>
          </a:xfrm>
          <a:prstGeom prst="roundRect">
            <a:avLst>
              <a:gd name="adj" fmla="val 0"/>
            </a:avLst>
          </a:prstGeom>
          <a:noFill/>
          <a:ln w="9525" cap="flat" cmpd="sng">
            <a:solidFill>
              <a:schemeClr val="accent1"/>
            </a:solidFill>
            <a:prstDash val="solid"/>
            <a:round/>
            <a:headEnd type="none" w="sm" len="sm"/>
            <a:tailEnd type="none" w="sm" len="sm"/>
          </a:ln>
        </p:spPr>
      </p:pic>
      <p:sp>
        <p:nvSpPr>
          <p:cNvPr id="207" name="Google Shape;207;p23"/>
          <p:cNvSpPr txBox="1">
            <a:spLocks noGrp="1"/>
          </p:cNvSpPr>
          <p:nvPr>
            <p:ph type="subTitle" idx="1"/>
          </p:nvPr>
        </p:nvSpPr>
        <p:spPr>
          <a:xfrm>
            <a:off x="4314775" y="3818375"/>
            <a:ext cx="4230600" cy="452700"/>
          </a:xfrm>
          <a:prstGeom prst="rect">
            <a:avLst/>
          </a:prstGeom>
        </p:spPr>
        <p:txBody>
          <a:bodyPr spcFirstLastPara="1" wrap="square" lIns="0" tIns="0" rIns="0" bIns="0" anchor="b"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208" name="Google Shape;208;p23"/>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09" name="Google Shape;209;p23"/>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10" name="Google Shape;210;p23"/>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11" name="Google Shape;211;p23"/>
          <p:cNvSpPr txBox="1">
            <a:spLocks noGrp="1"/>
          </p:cNvSpPr>
          <p:nvPr>
            <p:ph type="title"/>
          </p:nvPr>
        </p:nvSpPr>
        <p:spPr>
          <a:xfrm>
            <a:off x="228600" y="290448"/>
            <a:ext cx="3655800" cy="2407500"/>
          </a:xfrm>
          <a:prstGeom prst="rect">
            <a:avLst/>
          </a:prstGeom>
        </p:spPr>
        <p:txBody>
          <a:bodyPr spcFirstLastPara="1" wrap="square" lIns="0" tIns="91425" rIns="91425" bIns="91425" anchor="t" anchorCtr="0">
            <a:spAutoFit/>
          </a:bodyPr>
          <a:lstStyle>
            <a:lvl1pPr lvl="0">
              <a:lnSpc>
                <a:spcPct val="85000"/>
              </a:lnSpc>
              <a:spcBef>
                <a:spcPts val="0"/>
              </a:spcBef>
              <a:spcAft>
                <a:spcPts val="0"/>
              </a:spcAft>
              <a:buNone/>
              <a:defRPr sz="4800">
                <a:solidFill>
                  <a:schemeClr val="dk2"/>
                </a:solidFill>
              </a:defRPr>
            </a:lvl1pPr>
            <a:lvl2pPr lvl="1">
              <a:lnSpc>
                <a:spcPct val="85000"/>
              </a:lnSpc>
              <a:spcBef>
                <a:spcPts val="0"/>
              </a:spcBef>
              <a:spcAft>
                <a:spcPts val="0"/>
              </a:spcAft>
              <a:buNone/>
              <a:defRPr sz="4800">
                <a:solidFill>
                  <a:schemeClr val="dk2"/>
                </a:solidFill>
              </a:defRPr>
            </a:lvl2pPr>
            <a:lvl3pPr lvl="2">
              <a:lnSpc>
                <a:spcPct val="85000"/>
              </a:lnSpc>
              <a:spcBef>
                <a:spcPts val="0"/>
              </a:spcBef>
              <a:spcAft>
                <a:spcPts val="0"/>
              </a:spcAft>
              <a:buNone/>
              <a:defRPr sz="4800">
                <a:solidFill>
                  <a:schemeClr val="dk2"/>
                </a:solidFill>
              </a:defRPr>
            </a:lvl3pPr>
            <a:lvl4pPr lvl="3">
              <a:lnSpc>
                <a:spcPct val="85000"/>
              </a:lnSpc>
              <a:spcBef>
                <a:spcPts val="0"/>
              </a:spcBef>
              <a:spcAft>
                <a:spcPts val="0"/>
              </a:spcAft>
              <a:buNone/>
              <a:defRPr sz="4800">
                <a:solidFill>
                  <a:schemeClr val="dk2"/>
                </a:solidFill>
              </a:defRPr>
            </a:lvl4pPr>
            <a:lvl5pPr lvl="4">
              <a:lnSpc>
                <a:spcPct val="85000"/>
              </a:lnSpc>
              <a:spcBef>
                <a:spcPts val="0"/>
              </a:spcBef>
              <a:spcAft>
                <a:spcPts val="0"/>
              </a:spcAft>
              <a:buNone/>
              <a:defRPr sz="4800">
                <a:solidFill>
                  <a:schemeClr val="dk2"/>
                </a:solidFill>
              </a:defRPr>
            </a:lvl5pPr>
            <a:lvl6pPr lvl="5">
              <a:lnSpc>
                <a:spcPct val="85000"/>
              </a:lnSpc>
              <a:spcBef>
                <a:spcPts val="0"/>
              </a:spcBef>
              <a:spcAft>
                <a:spcPts val="0"/>
              </a:spcAft>
              <a:buNone/>
              <a:defRPr sz="4800">
                <a:solidFill>
                  <a:schemeClr val="dk2"/>
                </a:solidFill>
              </a:defRPr>
            </a:lvl6pPr>
            <a:lvl7pPr lvl="6">
              <a:lnSpc>
                <a:spcPct val="85000"/>
              </a:lnSpc>
              <a:spcBef>
                <a:spcPts val="0"/>
              </a:spcBef>
              <a:spcAft>
                <a:spcPts val="0"/>
              </a:spcAft>
              <a:buNone/>
              <a:defRPr sz="4800">
                <a:solidFill>
                  <a:schemeClr val="dk2"/>
                </a:solidFill>
              </a:defRPr>
            </a:lvl7pPr>
            <a:lvl8pPr lvl="7">
              <a:lnSpc>
                <a:spcPct val="85000"/>
              </a:lnSpc>
              <a:spcBef>
                <a:spcPts val="0"/>
              </a:spcBef>
              <a:spcAft>
                <a:spcPts val="0"/>
              </a:spcAft>
              <a:buNone/>
              <a:defRPr sz="4800">
                <a:solidFill>
                  <a:schemeClr val="dk2"/>
                </a:solidFill>
              </a:defRPr>
            </a:lvl8pPr>
            <a:lvl9pPr lvl="8">
              <a:lnSpc>
                <a:spcPct val="85000"/>
              </a:lnSpc>
              <a:spcBef>
                <a:spcPts val="0"/>
              </a:spcBef>
              <a:spcAft>
                <a:spcPts val="0"/>
              </a:spcAft>
              <a:buNone/>
              <a:defRPr sz="4800">
                <a:solidFill>
                  <a:schemeClr val="dk2"/>
                </a:solidFill>
              </a:defRPr>
            </a:lvl9pPr>
          </a:lstStyle>
          <a:p>
            <a:endParaRPr/>
          </a:p>
        </p:txBody>
      </p:sp>
      <p:cxnSp>
        <p:nvCxnSpPr>
          <p:cNvPr id="212" name="Google Shape;212;p23"/>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cxnSp>
        <p:nvCxnSpPr>
          <p:cNvPr id="213" name="Google Shape;213;p23"/>
          <p:cNvCxnSpPr/>
          <p:nvPr/>
        </p:nvCxnSpPr>
        <p:spPr>
          <a:xfrm>
            <a:off x="4159025" y="226100"/>
            <a:ext cx="0" cy="4457700"/>
          </a:xfrm>
          <a:prstGeom prst="straightConnector1">
            <a:avLst/>
          </a:prstGeom>
          <a:noFill/>
          <a:ln w="9525" cap="flat" cmpd="sng">
            <a:solidFill>
              <a:schemeClr val="accent1"/>
            </a:solidFill>
            <a:prstDash val="solid"/>
            <a:round/>
            <a:headEnd type="none" w="med" len="med"/>
            <a:tailEnd type="none" w="med" len="med"/>
          </a:ln>
        </p:spPr>
      </p:cxnSp>
      <p:cxnSp>
        <p:nvCxnSpPr>
          <p:cNvPr id="214" name="Google Shape;214;p23"/>
          <p:cNvCxnSpPr/>
          <p:nvPr/>
        </p:nvCxnSpPr>
        <p:spPr>
          <a:xfrm>
            <a:off x="228600" y="226100"/>
            <a:ext cx="8687100" cy="0"/>
          </a:xfrm>
          <a:prstGeom prst="straightConnector1">
            <a:avLst/>
          </a:prstGeom>
          <a:noFill/>
          <a:ln w="9525" cap="flat" cmpd="sng">
            <a:solidFill>
              <a:schemeClr val="accent1"/>
            </a:solidFill>
            <a:prstDash val="solid"/>
            <a:round/>
            <a:headEnd type="none" w="med" len="med"/>
            <a:tailEnd type="none" w="med" len="med"/>
          </a:ln>
        </p:spPr>
      </p:cxnSp>
      <p:sp>
        <p:nvSpPr>
          <p:cNvPr id="215" name="Google Shape;215;p23"/>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16" name="Google Shape;216;p23"/>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body and image ALT 2">
  <p:cSld name="BLANK_1_1_1_1_1_1_1_1_1_1_1_1_2">
    <p:spTree>
      <p:nvGrpSpPr>
        <p:cNvPr id="1" name="Shape 217"/>
        <p:cNvGrpSpPr/>
        <p:nvPr/>
      </p:nvGrpSpPr>
      <p:grpSpPr>
        <a:xfrm>
          <a:off x="0" y="0"/>
          <a:ext cx="0" cy="0"/>
          <a:chOff x="0" y="0"/>
          <a:chExt cx="0" cy="0"/>
        </a:xfrm>
      </p:grpSpPr>
      <p:sp>
        <p:nvSpPr>
          <p:cNvPr id="218" name="Google Shape;218;p24"/>
          <p:cNvSpPr txBox="1">
            <a:spLocks noGrp="1"/>
          </p:cNvSpPr>
          <p:nvPr>
            <p:ph type="body" idx="1"/>
          </p:nvPr>
        </p:nvSpPr>
        <p:spPr>
          <a:xfrm>
            <a:off x="228600" y="1743625"/>
            <a:ext cx="4296600" cy="2709000"/>
          </a:xfrm>
          <a:prstGeom prst="rect">
            <a:avLst/>
          </a:prstGeom>
        </p:spPr>
        <p:txBody>
          <a:bodyPr spcFirstLastPara="1" wrap="square" lIns="0" tIns="91425" rIns="91425" bIns="91425" anchor="b" anchorCtr="0">
            <a:noAutofit/>
          </a:bodyPr>
          <a:lstStyle>
            <a:lvl1pPr marL="457200" lvl="0" indent="-317500">
              <a:spcBef>
                <a:spcPts val="0"/>
              </a:spcBef>
              <a:spcAft>
                <a:spcPts val="0"/>
              </a:spcAft>
              <a:buSzPts val="1400"/>
              <a:buChar char="●"/>
              <a:defRPr sz="1400"/>
            </a:lvl1pPr>
            <a:lvl2pPr marL="914400" lvl="1" indent="-317500">
              <a:spcBef>
                <a:spcPts val="800"/>
              </a:spcBef>
              <a:spcAft>
                <a:spcPts val="0"/>
              </a:spcAft>
              <a:buSzPts val="1400"/>
              <a:buChar char="○"/>
              <a:defRPr sz="1400"/>
            </a:lvl2pPr>
            <a:lvl3pPr marL="1371600" lvl="2" indent="-317500">
              <a:spcBef>
                <a:spcPts val="800"/>
              </a:spcBef>
              <a:spcAft>
                <a:spcPts val="0"/>
              </a:spcAft>
              <a:buSzPts val="1400"/>
              <a:buChar char="■"/>
              <a:defRPr sz="1400"/>
            </a:lvl3pPr>
            <a:lvl4pPr marL="1828800" lvl="3" indent="-317500">
              <a:spcBef>
                <a:spcPts val="800"/>
              </a:spcBef>
              <a:spcAft>
                <a:spcPts val="0"/>
              </a:spcAft>
              <a:buSzPts val="1400"/>
              <a:buChar char="●"/>
              <a:defRPr sz="1400"/>
            </a:lvl4pPr>
            <a:lvl5pPr marL="2286000" lvl="4" indent="-317500">
              <a:spcBef>
                <a:spcPts val="800"/>
              </a:spcBef>
              <a:spcAft>
                <a:spcPts val="0"/>
              </a:spcAft>
              <a:buSzPts val="1400"/>
              <a:buChar char="○"/>
              <a:defRPr sz="1400"/>
            </a:lvl5pPr>
            <a:lvl6pPr marL="2743200" lvl="5" indent="-317500">
              <a:spcBef>
                <a:spcPts val="800"/>
              </a:spcBef>
              <a:spcAft>
                <a:spcPts val="0"/>
              </a:spcAft>
              <a:buSzPts val="1400"/>
              <a:buChar char="■"/>
              <a:defRPr sz="1400"/>
            </a:lvl6pPr>
            <a:lvl7pPr marL="3200400" lvl="6" indent="-317500">
              <a:spcBef>
                <a:spcPts val="800"/>
              </a:spcBef>
              <a:spcAft>
                <a:spcPts val="0"/>
              </a:spcAft>
              <a:buSzPts val="1400"/>
              <a:buChar char="●"/>
              <a:defRPr sz="1400"/>
            </a:lvl7pPr>
            <a:lvl8pPr marL="3657600" lvl="7" indent="-317500">
              <a:spcBef>
                <a:spcPts val="800"/>
              </a:spcBef>
              <a:spcAft>
                <a:spcPts val="0"/>
              </a:spcAft>
              <a:buSzPts val="1400"/>
              <a:buChar char="○"/>
              <a:defRPr sz="1400"/>
            </a:lvl8pPr>
            <a:lvl9pPr marL="4114800" lvl="8" indent="-317500">
              <a:spcBef>
                <a:spcPts val="800"/>
              </a:spcBef>
              <a:spcAft>
                <a:spcPts val="800"/>
              </a:spcAft>
              <a:buSzPts val="1400"/>
              <a:buChar char="■"/>
              <a:defRPr sz="1400"/>
            </a:lvl9pPr>
          </a:lstStyle>
          <a:p>
            <a:endParaRPr/>
          </a:p>
        </p:txBody>
      </p:sp>
      <p:sp>
        <p:nvSpPr>
          <p:cNvPr id="219" name="Google Shape;219;p24"/>
          <p:cNvSpPr>
            <a:spLocks noGrp="1"/>
          </p:cNvSpPr>
          <p:nvPr>
            <p:ph type="pic" idx="2"/>
          </p:nvPr>
        </p:nvSpPr>
        <p:spPr>
          <a:xfrm>
            <a:off x="5342000" y="457200"/>
            <a:ext cx="3573300" cy="3995400"/>
          </a:xfrm>
          <a:prstGeom prst="roundRect">
            <a:avLst>
              <a:gd name="adj" fmla="val 6865"/>
            </a:avLst>
          </a:prstGeom>
          <a:noFill/>
          <a:ln>
            <a:noFill/>
          </a:ln>
        </p:spPr>
      </p:sp>
      <p:sp>
        <p:nvSpPr>
          <p:cNvPr id="220" name="Google Shape;220;p24"/>
          <p:cNvSpPr txBox="1">
            <a:spLocks noGrp="1"/>
          </p:cNvSpPr>
          <p:nvPr>
            <p:ph type="subTitle" idx="3"/>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21" name="Google Shape;221;p24"/>
          <p:cNvSpPr txBox="1">
            <a:spLocks noGrp="1"/>
          </p:cNvSpPr>
          <p:nvPr>
            <p:ph type="subTitle" idx="4"/>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22" name="Google Shape;222;p24"/>
          <p:cNvSpPr txBox="1">
            <a:spLocks noGrp="1"/>
          </p:cNvSpPr>
          <p:nvPr>
            <p:ph type="subTitle" idx="5"/>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23" name="Google Shape;223;p24"/>
          <p:cNvSpPr txBox="1">
            <a:spLocks noGrp="1"/>
          </p:cNvSpPr>
          <p:nvPr>
            <p:ph type="subTitle" idx="6"/>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a:endParaRPr/>
          </a:p>
        </p:txBody>
      </p:sp>
      <p:sp>
        <p:nvSpPr>
          <p:cNvPr id="224" name="Google Shape;224;p24"/>
          <p:cNvSpPr txBox="1">
            <a:spLocks noGrp="1"/>
          </p:cNvSpPr>
          <p:nvPr>
            <p:ph type="title"/>
          </p:nvPr>
        </p:nvSpPr>
        <p:spPr>
          <a:xfrm>
            <a:off x="228600" y="613525"/>
            <a:ext cx="4296600" cy="11628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lvl1pPr>
            <a:lvl2pPr lvl="1">
              <a:lnSpc>
                <a:spcPct val="85000"/>
              </a:lnSpc>
              <a:spcBef>
                <a:spcPts val="0"/>
              </a:spcBef>
              <a:spcAft>
                <a:spcPts val="0"/>
              </a:spcAft>
              <a:buNone/>
              <a:defRPr sz="3600"/>
            </a:lvl2pPr>
            <a:lvl3pPr lvl="2">
              <a:lnSpc>
                <a:spcPct val="85000"/>
              </a:lnSpc>
              <a:spcBef>
                <a:spcPts val="0"/>
              </a:spcBef>
              <a:spcAft>
                <a:spcPts val="0"/>
              </a:spcAft>
              <a:buNone/>
              <a:defRPr sz="3600"/>
            </a:lvl3pPr>
            <a:lvl4pPr lvl="3">
              <a:lnSpc>
                <a:spcPct val="85000"/>
              </a:lnSpc>
              <a:spcBef>
                <a:spcPts val="0"/>
              </a:spcBef>
              <a:spcAft>
                <a:spcPts val="0"/>
              </a:spcAft>
              <a:buNone/>
              <a:defRPr sz="3600"/>
            </a:lvl4pPr>
            <a:lvl5pPr lvl="4">
              <a:lnSpc>
                <a:spcPct val="85000"/>
              </a:lnSpc>
              <a:spcBef>
                <a:spcPts val="0"/>
              </a:spcBef>
              <a:spcAft>
                <a:spcPts val="0"/>
              </a:spcAft>
              <a:buNone/>
              <a:defRPr sz="3600"/>
            </a:lvl5pPr>
            <a:lvl6pPr lvl="5">
              <a:lnSpc>
                <a:spcPct val="85000"/>
              </a:lnSpc>
              <a:spcBef>
                <a:spcPts val="0"/>
              </a:spcBef>
              <a:spcAft>
                <a:spcPts val="0"/>
              </a:spcAft>
              <a:buNone/>
              <a:defRPr sz="3600"/>
            </a:lvl6pPr>
            <a:lvl7pPr lvl="6">
              <a:lnSpc>
                <a:spcPct val="85000"/>
              </a:lnSpc>
              <a:spcBef>
                <a:spcPts val="0"/>
              </a:spcBef>
              <a:spcAft>
                <a:spcPts val="0"/>
              </a:spcAft>
              <a:buNone/>
              <a:defRPr sz="3600"/>
            </a:lvl7pPr>
            <a:lvl8pPr lvl="7">
              <a:lnSpc>
                <a:spcPct val="85000"/>
              </a:lnSpc>
              <a:spcBef>
                <a:spcPts val="0"/>
              </a:spcBef>
              <a:spcAft>
                <a:spcPts val="0"/>
              </a:spcAft>
              <a:buNone/>
              <a:defRPr sz="3600"/>
            </a:lvl8pPr>
            <a:lvl9pPr lvl="8">
              <a:lnSpc>
                <a:spcPct val="85000"/>
              </a:lnSpc>
              <a:spcBef>
                <a:spcPts val="0"/>
              </a:spcBef>
              <a:spcAft>
                <a:spcPts val="0"/>
              </a:spcAft>
              <a:buNone/>
              <a:defRPr sz="3600"/>
            </a:lvl9pPr>
          </a:lstStyle>
          <a:p>
            <a:endParaRPr/>
          </a:p>
        </p:txBody>
      </p:sp>
      <p:cxnSp>
        <p:nvCxnSpPr>
          <p:cNvPr id="225" name="Google Shape;225;p24"/>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26" name="Google Shape;226;p24"/>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27" name="Google Shape;227;p24"/>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big cards">
  <p:cSld name="CUSTOM_1">
    <p:spTree>
      <p:nvGrpSpPr>
        <p:cNvPr id="1" name="Shape 228"/>
        <p:cNvGrpSpPr/>
        <p:nvPr/>
      </p:nvGrpSpPr>
      <p:grpSpPr>
        <a:xfrm>
          <a:off x="0" y="0"/>
          <a:ext cx="0" cy="0"/>
          <a:chOff x="0" y="0"/>
          <a:chExt cx="0" cy="0"/>
        </a:xfrm>
      </p:grpSpPr>
      <p:sp>
        <p:nvSpPr>
          <p:cNvPr id="229" name="Google Shape;229;p25"/>
          <p:cNvSpPr txBox="1">
            <a:spLocks noGrp="1"/>
          </p:cNvSpPr>
          <p:nvPr>
            <p:ph type="title"/>
          </p:nvPr>
        </p:nvSpPr>
        <p:spPr>
          <a:xfrm>
            <a:off x="3386700" y="489887"/>
            <a:ext cx="18621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Medium"/>
              <a:buNone/>
              <a:defRPr sz="1800">
                <a:solidFill>
                  <a:schemeClr val="accent3"/>
                </a:solidFill>
              </a:defRPr>
            </a:lvl2pPr>
            <a:lvl3pPr lvl="2">
              <a:spcBef>
                <a:spcPts val="0"/>
              </a:spcBef>
              <a:spcAft>
                <a:spcPts val="0"/>
              </a:spcAft>
              <a:buClr>
                <a:schemeClr val="accent3"/>
              </a:buClr>
              <a:buSzPts val="1800"/>
              <a:buFont typeface="Urbanist Medium"/>
              <a:buNone/>
              <a:defRPr sz="1800">
                <a:solidFill>
                  <a:schemeClr val="accent3"/>
                </a:solidFill>
              </a:defRPr>
            </a:lvl3pPr>
            <a:lvl4pPr lvl="3">
              <a:spcBef>
                <a:spcPts val="0"/>
              </a:spcBef>
              <a:spcAft>
                <a:spcPts val="0"/>
              </a:spcAft>
              <a:buClr>
                <a:schemeClr val="accent3"/>
              </a:buClr>
              <a:buSzPts val="1800"/>
              <a:buFont typeface="Urbanist Medium"/>
              <a:buNone/>
              <a:defRPr sz="1800">
                <a:solidFill>
                  <a:schemeClr val="accent3"/>
                </a:solidFill>
              </a:defRPr>
            </a:lvl4pPr>
            <a:lvl5pPr lvl="4">
              <a:spcBef>
                <a:spcPts val="0"/>
              </a:spcBef>
              <a:spcAft>
                <a:spcPts val="0"/>
              </a:spcAft>
              <a:buClr>
                <a:schemeClr val="accent3"/>
              </a:buClr>
              <a:buSzPts val="1800"/>
              <a:buFont typeface="Urbanist Medium"/>
              <a:buNone/>
              <a:defRPr sz="1800">
                <a:solidFill>
                  <a:schemeClr val="accent3"/>
                </a:solidFill>
              </a:defRPr>
            </a:lvl5pPr>
            <a:lvl6pPr lvl="5">
              <a:spcBef>
                <a:spcPts val="0"/>
              </a:spcBef>
              <a:spcAft>
                <a:spcPts val="0"/>
              </a:spcAft>
              <a:buClr>
                <a:schemeClr val="accent3"/>
              </a:buClr>
              <a:buSzPts val="1800"/>
              <a:buFont typeface="Urbanist Medium"/>
              <a:buNone/>
              <a:defRPr sz="1800">
                <a:solidFill>
                  <a:schemeClr val="accent3"/>
                </a:solidFill>
              </a:defRPr>
            </a:lvl6pPr>
            <a:lvl7pPr lvl="6">
              <a:spcBef>
                <a:spcPts val="0"/>
              </a:spcBef>
              <a:spcAft>
                <a:spcPts val="0"/>
              </a:spcAft>
              <a:buClr>
                <a:schemeClr val="accent3"/>
              </a:buClr>
              <a:buSzPts val="1800"/>
              <a:buFont typeface="Urbanist Medium"/>
              <a:buNone/>
              <a:defRPr sz="1800">
                <a:solidFill>
                  <a:schemeClr val="accent3"/>
                </a:solidFill>
              </a:defRPr>
            </a:lvl7pPr>
            <a:lvl8pPr lvl="7">
              <a:spcBef>
                <a:spcPts val="0"/>
              </a:spcBef>
              <a:spcAft>
                <a:spcPts val="0"/>
              </a:spcAft>
              <a:buClr>
                <a:schemeClr val="accent3"/>
              </a:buClr>
              <a:buSzPts val="1800"/>
              <a:buFont typeface="Urbanist Medium"/>
              <a:buNone/>
              <a:defRPr sz="1800">
                <a:solidFill>
                  <a:schemeClr val="accent3"/>
                </a:solidFill>
              </a:defRPr>
            </a:lvl8pPr>
            <a:lvl9pPr lvl="8">
              <a:spcBef>
                <a:spcPts val="0"/>
              </a:spcBef>
              <a:spcAft>
                <a:spcPts val="0"/>
              </a:spcAft>
              <a:buClr>
                <a:schemeClr val="accent3"/>
              </a:buClr>
              <a:buSzPts val="1800"/>
              <a:buFont typeface="Urbanist Medium"/>
              <a:buNone/>
              <a:defRPr sz="1800">
                <a:solidFill>
                  <a:schemeClr val="accent3"/>
                </a:solidFill>
              </a:defRPr>
            </a:lvl9pPr>
          </a:lstStyle>
          <a:p>
            <a:endParaRPr/>
          </a:p>
        </p:txBody>
      </p:sp>
      <p:sp>
        <p:nvSpPr>
          <p:cNvPr id="230" name="Google Shape;230;p25"/>
          <p:cNvSpPr txBox="1">
            <a:spLocks noGrp="1"/>
          </p:cNvSpPr>
          <p:nvPr>
            <p:ph type="subTitle" idx="1"/>
          </p:nvPr>
        </p:nvSpPr>
        <p:spPr>
          <a:xfrm>
            <a:off x="3386700" y="690369"/>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31" name="Google Shape;231;p25"/>
          <p:cNvSpPr txBox="1">
            <a:spLocks noGrp="1"/>
          </p:cNvSpPr>
          <p:nvPr>
            <p:ph type="subTitle" idx="2"/>
          </p:nvPr>
        </p:nvSpPr>
        <p:spPr>
          <a:xfrm>
            <a:off x="3386700" y="1070875"/>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32" name="Google Shape;232;p25"/>
          <p:cNvSpPr txBox="1">
            <a:spLocks noGrp="1"/>
          </p:cNvSpPr>
          <p:nvPr>
            <p:ph type="title" idx="3"/>
          </p:nvPr>
        </p:nvSpPr>
        <p:spPr>
          <a:xfrm>
            <a:off x="6307650" y="482616"/>
            <a:ext cx="18621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233" name="Google Shape;233;p25"/>
          <p:cNvSpPr txBox="1">
            <a:spLocks noGrp="1"/>
          </p:cNvSpPr>
          <p:nvPr>
            <p:ph type="subTitle" idx="4"/>
          </p:nvPr>
        </p:nvSpPr>
        <p:spPr>
          <a:xfrm>
            <a:off x="6307650" y="690369"/>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34" name="Google Shape;234;p25"/>
          <p:cNvSpPr txBox="1">
            <a:spLocks noGrp="1"/>
          </p:cNvSpPr>
          <p:nvPr>
            <p:ph type="subTitle" idx="5"/>
          </p:nvPr>
        </p:nvSpPr>
        <p:spPr>
          <a:xfrm>
            <a:off x="6307650" y="1070875"/>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35" name="Google Shape;235;p25"/>
          <p:cNvSpPr txBox="1">
            <a:spLocks noGrp="1"/>
          </p:cNvSpPr>
          <p:nvPr>
            <p:ph type="title" idx="6"/>
          </p:nvPr>
        </p:nvSpPr>
        <p:spPr>
          <a:xfrm>
            <a:off x="233850" y="228600"/>
            <a:ext cx="21900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1pPr>
            <a:lvl2pPr lvl="1">
              <a:spcBef>
                <a:spcPts val="0"/>
              </a:spcBef>
              <a:spcAft>
                <a:spcPts val="0"/>
              </a:spcAft>
              <a:buClr>
                <a:schemeClr val="dk2"/>
              </a:buClr>
              <a:buSzPts val="3000"/>
              <a:buFont typeface="Urbanist"/>
              <a:buNone/>
              <a:defRPr>
                <a:solidFill>
                  <a:schemeClr val="dk2"/>
                </a:solidFill>
              </a:defRPr>
            </a:lvl2pPr>
            <a:lvl3pPr lvl="2">
              <a:spcBef>
                <a:spcPts val="0"/>
              </a:spcBef>
              <a:spcAft>
                <a:spcPts val="0"/>
              </a:spcAft>
              <a:buClr>
                <a:schemeClr val="dk2"/>
              </a:buClr>
              <a:buSzPts val="3000"/>
              <a:buFont typeface="Urbanist"/>
              <a:buNone/>
              <a:defRPr>
                <a:solidFill>
                  <a:schemeClr val="dk2"/>
                </a:solidFill>
              </a:defRPr>
            </a:lvl3pPr>
            <a:lvl4pPr lvl="3">
              <a:spcBef>
                <a:spcPts val="0"/>
              </a:spcBef>
              <a:spcAft>
                <a:spcPts val="0"/>
              </a:spcAft>
              <a:buClr>
                <a:schemeClr val="dk2"/>
              </a:buClr>
              <a:buSzPts val="3000"/>
              <a:buFont typeface="Urbanist"/>
              <a:buNone/>
              <a:defRPr>
                <a:solidFill>
                  <a:schemeClr val="dk2"/>
                </a:solidFill>
              </a:defRPr>
            </a:lvl4pPr>
            <a:lvl5pPr lvl="4">
              <a:spcBef>
                <a:spcPts val="0"/>
              </a:spcBef>
              <a:spcAft>
                <a:spcPts val="0"/>
              </a:spcAft>
              <a:buClr>
                <a:schemeClr val="dk2"/>
              </a:buClr>
              <a:buSzPts val="3000"/>
              <a:buFont typeface="Urbanist"/>
              <a:buNone/>
              <a:defRPr>
                <a:solidFill>
                  <a:schemeClr val="dk2"/>
                </a:solidFill>
              </a:defRPr>
            </a:lvl5pPr>
            <a:lvl6pPr lvl="5">
              <a:spcBef>
                <a:spcPts val="0"/>
              </a:spcBef>
              <a:spcAft>
                <a:spcPts val="0"/>
              </a:spcAft>
              <a:buClr>
                <a:schemeClr val="dk2"/>
              </a:buClr>
              <a:buSzPts val="3000"/>
              <a:buFont typeface="Urbanist"/>
              <a:buNone/>
              <a:defRPr>
                <a:solidFill>
                  <a:schemeClr val="dk2"/>
                </a:solidFill>
              </a:defRPr>
            </a:lvl6pPr>
            <a:lvl7pPr lvl="6">
              <a:spcBef>
                <a:spcPts val="0"/>
              </a:spcBef>
              <a:spcAft>
                <a:spcPts val="0"/>
              </a:spcAft>
              <a:buClr>
                <a:schemeClr val="dk2"/>
              </a:buClr>
              <a:buSzPts val="3000"/>
              <a:buFont typeface="Urbanist"/>
              <a:buNone/>
              <a:defRPr>
                <a:solidFill>
                  <a:schemeClr val="dk2"/>
                </a:solidFill>
              </a:defRPr>
            </a:lvl7pPr>
            <a:lvl8pPr lvl="7">
              <a:spcBef>
                <a:spcPts val="0"/>
              </a:spcBef>
              <a:spcAft>
                <a:spcPts val="0"/>
              </a:spcAft>
              <a:buClr>
                <a:schemeClr val="dk2"/>
              </a:buClr>
              <a:buSzPts val="3000"/>
              <a:buFont typeface="Urbanist"/>
              <a:buNone/>
              <a:defRPr>
                <a:solidFill>
                  <a:schemeClr val="dk2"/>
                </a:solidFill>
              </a:defRPr>
            </a:lvl8pPr>
            <a:lvl9pPr lvl="8">
              <a:spcBef>
                <a:spcPts val="0"/>
              </a:spcBef>
              <a:spcAft>
                <a:spcPts val="0"/>
              </a:spcAft>
              <a:buClr>
                <a:schemeClr val="dk2"/>
              </a:buClr>
              <a:buSzPts val="3000"/>
              <a:buFont typeface="Urbanist"/>
              <a:buNone/>
              <a:defRPr>
                <a:solidFill>
                  <a:schemeClr val="dk2"/>
                </a:solidFill>
              </a:defRPr>
            </a:lvl9pPr>
          </a:lstStyle>
          <a:p>
            <a:endParaRPr/>
          </a:p>
        </p:txBody>
      </p:sp>
      <p:sp>
        <p:nvSpPr>
          <p:cNvPr id="236" name="Google Shape;236;p25"/>
          <p:cNvSpPr txBox="1">
            <a:spLocks noGrp="1"/>
          </p:cNvSpPr>
          <p:nvPr>
            <p:ph type="subTitle" idx="7"/>
          </p:nvPr>
        </p:nvSpPr>
        <p:spPr>
          <a:xfrm>
            <a:off x="3482800" y="4057204"/>
            <a:ext cx="1076100" cy="168300"/>
          </a:xfrm>
          <a:prstGeom prst="rect">
            <a:avLst/>
          </a:prstGeom>
        </p:spPr>
        <p:txBody>
          <a:bodyPr spcFirstLastPara="1" wrap="square" lIns="0" tIns="0" rIns="91425" bIns="91425" anchor="t" anchorCtr="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a:endParaRPr/>
          </a:p>
        </p:txBody>
      </p:sp>
      <p:sp>
        <p:nvSpPr>
          <p:cNvPr id="237" name="Google Shape;237;p25"/>
          <p:cNvSpPr txBox="1">
            <a:spLocks noGrp="1"/>
          </p:cNvSpPr>
          <p:nvPr>
            <p:ph type="subTitle" idx="8"/>
          </p:nvPr>
        </p:nvSpPr>
        <p:spPr>
          <a:xfrm>
            <a:off x="6405300" y="4057079"/>
            <a:ext cx="1076100" cy="168300"/>
          </a:xfrm>
          <a:prstGeom prst="rect">
            <a:avLst/>
          </a:prstGeom>
        </p:spPr>
        <p:txBody>
          <a:bodyPr spcFirstLastPara="1" wrap="square" lIns="0" tIns="0" rIns="91425" bIns="91425" anchor="t" anchorCtr="0">
            <a:noAutofit/>
          </a:bodyPr>
          <a:lstStyle>
            <a:lvl1pPr lvl="0" algn="ctr">
              <a:lnSpc>
                <a:spcPct val="85000"/>
              </a:lnSpc>
              <a:spcBef>
                <a:spcPts val="0"/>
              </a:spcBef>
              <a:spcAft>
                <a:spcPts val="0"/>
              </a:spcAft>
              <a:buNone/>
              <a:defRPr sz="800">
                <a:solidFill>
                  <a:schemeClr val="dk1"/>
                </a:solidFill>
                <a:latin typeface="Urbanist Medium"/>
                <a:ea typeface="Urbanist Medium"/>
                <a:cs typeface="Urbanist Medium"/>
                <a:sym typeface="Urbanist Medium"/>
              </a:defRPr>
            </a:lvl1pPr>
            <a:lvl2pPr lvl="1"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2pPr>
            <a:lvl3pPr lvl="2"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3pPr>
            <a:lvl4pPr lvl="3"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4pPr>
            <a:lvl5pPr lvl="4"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5pPr>
            <a:lvl6pPr lvl="5"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6pPr>
            <a:lvl7pPr lvl="6"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7pPr>
            <a:lvl8pPr lvl="7"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8pPr>
            <a:lvl9pPr lvl="8" algn="ctr">
              <a:spcBef>
                <a:spcPts val="0"/>
              </a:spcBef>
              <a:spcAft>
                <a:spcPts val="0"/>
              </a:spcAft>
              <a:buClr>
                <a:schemeClr val="dk1"/>
              </a:buClr>
              <a:buSzPts val="800"/>
              <a:buFont typeface="Urbanist"/>
              <a:buNone/>
              <a:defRPr sz="800">
                <a:solidFill>
                  <a:schemeClr val="dk1"/>
                </a:solidFill>
                <a:latin typeface="Urbanist"/>
                <a:ea typeface="Urbanist"/>
                <a:cs typeface="Urbanist"/>
                <a:sym typeface="Urbanist"/>
              </a:defRPr>
            </a:lvl9pPr>
          </a:lstStyle>
          <a:p>
            <a:endParaRPr/>
          </a:p>
        </p:txBody>
      </p:sp>
      <p:sp>
        <p:nvSpPr>
          <p:cNvPr id="238" name="Google Shape;238;p25"/>
          <p:cNvSpPr txBox="1">
            <a:spLocks noGrp="1"/>
          </p:cNvSpPr>
          <p:nvPr>
            <p:ph type="subTitle" idx="9"/>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39" name="Google Shape;239;p25"/>
          <p:cNvSpPr txBox="1">
            <a:spLocks noGrp="1"/>
          </p:cNvSpPr>
          <p:nvPr>
            <p:ph type="subTitle" idx="1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40" name="Google Shape;240;p25"/>
          <p:cNvSpPr txBox="1">
            <a:spLocks noGrp="1"/>
          </p:cNvSpPr>
          <p:nvPr>
            <p:ph type="subTitle" idx="1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241" name="Google Shape;241;p25"/>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grpSp>
        <p:nvGrpSpPr>
          <p:cNvPr id="242" name="Google Shape;242;p25"/>
          <p:cNvGrpSpPr/>
          <p:nvPr/>
        </p:nvGrpSpPr>
        <p:grpSpPr>
          <a:xfrm rot="-5400000">
            <a:off x="4794488" y="4206993"/>
            <a:ext cx="141588" cy="73485"/>
            <a:chOff x="498725" y="2069800"/>
            <a:chExt cx="205200" cy="106500"/>
          </a:xfrm>
        </p:grpSpPr>
        <p:cxnSp>
          <p:nvCxnSpPr>
            <p:cNvPr id="243" name="Google Shape;243;p25"/>
            <p:cNvCxnSpPr/>
            <p:nvPr/>
          </p:nvCxnSpPr>
          <p:spPr>
            <a:xfrm rot="-5400000" flipH="1">
              <a:off x="498725" y="2069800"/>
              <a:ext cx="103500" cy="103500"/>
            </a:xfrm>
            <a:prstGeom prst="straightConnector1">
              <a:avLst/>
            </a:prstGeom>
            <a:noFill/>
            <a:ln w="9525" cap="flat" cmpd="sng">
              <a:solidFill>
                <a:schemeClr val="lt2"/>
              </a:solidFill>
              <a:prstDash val="solid"/>
              <a:round/>
              <a:headEnd type="none" w="med" len="med"/>
              <a:tailEnd type="none" w="med" len="med"/>
            </a:ln>
          </p:spPr>
        </p:cxnSp>
        <p:cxnSp>
          <p:nvCxnSpPr>
            <p:cNvPr id="244" name="Google Shape;244;p25"/>
            <p:cNvCxnSpPr/>
            <p:nvPr/>
          </p:nvCxnSpPr>
          <p:spPr>
            <a:xfrm rot="5400000">
              <a:off x="596825" y="2069200"/>
              <a:ext cx="106500" cy="107700"/>
            </a:xfrm>
            <a:prstGeom prst="straightConnector1">
              <a:avLst/>
            </a:prstGeom>
            <a:noFill/>
            <a:ln w="9525" cap="flat" cmpd="sng">
              <a:solidFill>
                <a:schemeClr val="lt2"/>
              </a:solidFill>
              <a:prstDash val="solid"/>
              <a:round/>
              <a:headEnd type="none" w="med" len="med"/>
              <a:tailEnd type="none" w="med" len="med"/>
            </a:ln>
          </p:spPr>
        </p:cxnSp>
      </p:grpSp>
      <p:sp>
        <p:nvSpPr>
          <p:cNvPr id="245" name="Google Shape;245;p25"/>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46" name="Google Shape;246;p25"/>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Four big cards">
  <p:cSld name="CUSTOM_1_1">
    <p:spTree>
      <p:nvGrpSpPr>
        <p:cNvPr id="1" name="Shape 247"/>
        <p:cNvGrpSpPr/>
        <p:nvPr/>
      </p:nvGrpSpPr>
      <p:grpSpPr>
        <a:xfrm>
          <a:off x="0" y="0"/>
          <a:ext cx="0" cy="0"/>
          <a:chOff x="0" y="0"/>
          <a:chExt cx="0" cy="0"/>
        </a:xfrm>
      </p:grpSpPr>
      <p:sp>
        <p:nvSpPr>
          <p:cNvPr id="248" name="Google Shape;248;p26"/>
          <p:cNvSpPr txBox="1">
            <a:spLocks noGrp="1"/>
          </p:cNvSpPr>
          <p:nvPr>
            <p:ph type="title"/>
          </p:nvPr>
        </p:nvSpPr>
        <p:spPr>
          <a:xfrm>
            <a:off x="233850" y="228600"/>
            <a:ext cx="21900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Urbanist"/>
              <a:buNone/>
              <a:defRPr sz="1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a:endParaRPr/>
          </a:p>
        </p:txBody>
      </p:sp>
      <p:sp>
        <p:nvSpPr>
          <p:cNvPr id="249" name="Google Shape;249;p26"/>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50" name="Google Shape;250;p26"/>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51" name="Google Shape;251;p26"/>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252" name="Google Shape;252;p26"/>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53" name="Google Shape;253;p26"/>
          <p:cNvSpPr txBox="1">
            <a:spLocks noGrp="1"/>
          </p:cNvSpPr>
          <p:nvPr>
            <p:ph type="title" idx="4"/>
          </p:nvPr>
        </p:nvSpPr>
        <p:spPr>
          <a:xfrm>
            <a:off x="3379125" y="491100"/>
            <a:ext cx="14613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254" name="Google Shape;254;p26"/>
          <p:cNvSpPr txBox="1">
            <a:spLocks noGrp="1"/>
          </p:cNvSpPr>
          <p:nvPr>
            <p:ph type="subTitle" idx="5"/>
          </p:nvPr>
        </p:nvSpPr>
        <p:spPr>
          <a:xfrm>
            <a:off x="3379125" y="691577"/>
            <a:ext cx="15495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55" name="Google Shape;255;p26"/>
          <p:cNvSpPr txBox="1">
            <a:spLocks noGrp="1"/>
          </p:cNvSpPr>
          <p:nvPr>
            <p:ph type="subTitle" idx="6"/>
          </p:nvPr>
        </p:nvSpPr>
        <p:spPr>
          <a:xfrm>
            <a:off x="3379123" y="1072077"/>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56" name="Google Shape;256;p26"/>
          <p:cNvSpPr txBox="1">
            <a:spLocks noGrp="1"/>
          </p:cNvSpPr>
          <p:nvPr>
            <p:ph type="title" idx="7"/>
          </p:nvPr>
        </p:nvSpPr>
        <p:spPr>
          <a:xfrm>
            <a:off x="6318039" y="491100"/>
            <a:ext cx="14613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257" name="Google Shape;257;p26"/>
          <p:cNvSpPr txBox="1">
            <a:spLocks noGrp="1"/>
          </p:cNvSpPr>
          <p:nvPr>
            <p:ph type="subTitle" idx="8"/>
          </p:nvPr>
        </p:nvSpPr>
        <p:spPr>
          <a:xfrm>
            <a:off x="6318039" y="691577"/>
            <a:ext cx="15495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58" name="Google Shape;258;p26"/>
          <p:cNvSpPr txBox="1">
            <a:spLocks noGrp="1"/>
          </p:cNvSpPr>
          <p:nvPr>
            <p:ph type="subTitle" idx="9"/>
          </p:nvPr>
        </p:nvSpPr>
        <p:spPr>
          <a:xfrm>
            <a:off x="6318036" y="1072077"/>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59" name="Google Shape;259;p26"/>
          <p:cNvSpPr txBox="1">
            <a:spLocks noGrp="1"/>
          </p:cNvSpPr>
          <p:nvPr>
            <p:ph type="title" idx="13"/>
          </p:nvPr>
        </p:nvSpPr>
        <p:spPr>
          <a:xfrm>
            <a:off x="6318039" y="2655740"/>
            <a:ext cx="14613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260" name="Google Shape;260;p26"/>
          <p:cNvSpPr txBox="1">
            <a:spLocks noGrp="1"/>
          </p:cNvSpPr>
          <p:nvPr>
            <p:ph type="subTitle" idx="14"/>
          </p:nvPr>
        </p:nvSpPr>
        <p:spPr>
          <a:xfrm>
            <a:off x="6318039" y="2856216"/>
            <a:ext cx="15495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61" name="Google Shape;261;p26"/>
          <p:cNvSpPr txBox="1">
            <a:spLocks noGrp="1"/>
          </p:cNvSpPr>
          <p:nvPr>
            <p:ph type="subTitle" idx="15"/>
          </p:nvPr>
        </p:nvSpPr>
        <p:spPr>
          <a:xfrm>
            <a:off x="6318036" y="3236717"/>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62" name="Google Shape;262;p26"/>
          <p:cNvSpPr txBox="1">
            <a:spLocks noGrp="1"/>
          </p:cNvSpPr>
          <p:nvPr>
            <p:ph type="title" idx="16"/>
          </p:nvPr>
        </p:nvSpPr>
        <p:spPr>
          <a:xfrm>
            <a:off x="3379125" y="2655740"/>
            <a:ext cx="14613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1800"/>
              <a:buFont typeface="Urbanist"/>
              <a:buNone/>
              <a:defRPr sz="1800">
                <a:solidFill>
                  <a:schemeClr val="accent3"/>
                </a:solidFill>
                <a:latin typeface="Urbanist"/>
                <a:ea typeface="Urbanist"/>
                <a:cs typeface="Urbanist"/>
                <a:sym typeface="Urbanist"/>
              </a:defRPr>
            </a:lvl1pPr>
            <a:lvl2pPr lvl="1">
              <a:spcBef>
                <a:spcPts val="0"/>
              </a:spcBef>
              <a:spcAft>
                <a:spcPts val="0"/>
              </a:spcAft>
              <a:buClr>
                <a:schemeClr val="accent3"/>
              </a:buClr>
              <a:buSzPts val="1800"/>
              <a:buFont typeface="Urbanist"/>
              <a:buNone/>
              <a:defRPr sz="1800">
                <a:solidFill>
                  <a:schemeClr val="accent3"/>
                </a:solidFill>
              </a:defRPr>
            </a:lvl2pPr>
            <a:lvl3pPr lvl="2">
              <a:spcBef>
                <a:spcPts val="0"/>
              </a:spcBef>
              <a:spcAft>
                <a:spcPts val="0"/>
              </a:spcAft>
              <a:buClr>
                <a:schemeClr val="accent3"/>
              </a:buClr>
              <a:buSzPts val="1800"/>
              <a:buFont typeface="Urbanist"/>
              <a:buNone/>
              <a:defRPr sz="1800">
                <a:solidFill>
                  <a:schemeClr val="accent3"/>
                </a:solidFill>
              </a:defRPr>
            </a:lvl3pPr>
            <a:lvl4pPr lvl="3">
              <a:spcBef>
                <a:spcPts val="0"/>
              </a:spcBef>
              <a:spcAft>
                <a:spcPts val="0"/>
              </a:spcAft>
              <a:buClr>
                <a:schemeClr val="accent3"/>
              </a:buClr>
              <a:buSzPts val="1800"/>
              <a:buFont typeface="Urbanist"/>
              <a:buNone/>
              <a:defRPr sz="1800">
                <a:solidFill>
                  <a:schemeClr val="accent3"/>
                </a:solidFill>
              </a:defRPr>
            </a:lvl4pPr>
            <a:lvl5pPr lvl="4">
              <a:spcBef>
                <a:spcPts val="0"/>
              </a:spcBef>
              <a:spcAft>
                <a:spcPts val="0"/>
              </a:spcAft>
              <a:buClr>
                <a:schemeClr val="accent3"/>
              </a:buClr>
              <a:buSzPts val="1800"/>
              <a:buFont typeface="Urbanist"/>
              <a:buNone/>
              <a:defRPr sz="1800">
                <a:solidFill>
                  <a:schemeClr val="accent3"/>
                </a:solidFill>
              </a:defRPr>
            </a:lvl5pPr>
            <a:lvl6pPr lvl="5">
              <a:spcBef>
                <a:spcPts val="0"/>
              </a:spcBef>
              <a:spcAft>
                <a:spcPts val="0"/>
              </a:spcAft>
              <a:buClr>
                <a:schemeClr val="accent3"/>
              </a:buClr>
              <a:buSzPts val="1800"/>
              <a:buFont typeface="Urbanist"/>
              <a:buNone/>
              <a:defRPr sz="1800">
                <a:solidFill>
                  <a:schemeClr val="accent3"/>
                </a:solidFill>
              </a:defRPr>
            </a:lvl6pPr>
            <a:lvl7pPr lvl="6">
              <a:spcBef>
                <a:spcPts val="0"/>
              </a:spcBef>
              <a:spcAft>
                <a:spcPts val="0"/>
              </a:spcAft>
              <a:buClr>
                <a:schemeClr val="accent3"/>
              </a:buClr>
              <a:buSzPts val="1800"/>
              <a:buFont typeface="Urbanist"/>
              <a:buNone/>
              <a:defRPr sz="1800">
                <a:solidFill>
                  <a:schemeClr val="accent3"/>
                </a:solidFill>
              </a:defRPr>
            </a:lvl7pPr>
            <a:lvl8pPr lvl="7">
              <a:spcBef>
                <a:spcPts val="0"/>
              </a:spcBef>
              <a:spcAft>
                <a:spcPts val="0"/>
              </a:spcAft>
              <a:buClr>
                <a:schemeClr val="accent3"/>
              </a:buClr>
              <a:buSzPts val="1800"/>
              <a:buFont typeface="Urbanist"/>
              <a:buNone/>
              <a:defRPr sz="1800">
                <a:solidFill>
                  <a:schemeClr val="accent3"/>
                </a:solidFill>
              </a:defRPr>
            </a:lvl8pPr>
            <a:lvl9pPr lvl="8">
              <a:spcBef>
                <a:spcPts val="0"/>
              </a:spcBef>
              <a:spcAft>
                <a:spcPts val="0"/>
              </a:spcAft>
              <a:buClr>
                <a:schemeClr val="accent3"/>
              </a:buClr>
              <a:buSzPts val="1800"/>
              <a:buFont typeface="Urbanist"/>
              <a:buNone/>
              <a:defRPr sz="1800">
                <a:solidFill>
                  <a:schemeClr val="accent3"/>
                </a:solidFill>
              </a:defRPr>
            </a:lvl9pPr>
          </a:lstStyle>
          <a:p>
            <a:endParaRPr/>
          </a:p>
        </p:txBody>
      </p:sp>
      <p:sp>
        <p:nvSpPr>
          <p:cNvPr id="263" name="Google Shape;263;p26"/>
          <p:cNvSpPr txBox="1">
            <a:spLocks noGrp="1"/>
          </p:cNvSpPr>
          <p:nvPr>
            <p:ph type="subTitle" idx="17"/>
          </p:nvPr>
        </p:nvSpPr>
        <p:spPr>
          <a:xfrm>
            <a:off x="3379125" y="2856216"/>
            <a:ext cx="15495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2pPr>
            <a:lvl3pPr lvl="2">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3pPr>
            <a:lvl4pPr lvl="3">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4pPr>
            <a:lvl5pPr lvl="4">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5pPr>
            <a:lvl6pPr lvl="5">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6pPr>
            <a:lvl7pPr lvl="6">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7pPr>
            <a:lvl8pPr lvl="7">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8pPr>
            <a:lvl9pPr lvl="8">
              <a:spcBef>
                <a:spcPts val="0"/>
              </a:spcBef>
              <a:spcAft>
                <a:spcPts val="0"/>
              </a:spcAft>
              <a:buClr>
                <a:schemeClr val="dk2"/>
              </a:buClr>
              <a:buSzPts val="1200"/>
              <a:buFont typeface="Urbanist"/>
              <a:buNone/>
              <a:defRPr sz="1200">
                <a:solidFill>
                  <a:schemeClr val="dk2"/>
                </a:solidFill>
                <a:latin typeface="Urbanist"/>
                <a:ea typeface="Urbanist"/>
                <a:cs typeface="Urbanist"/>
                <a:sym typeface="Urbanist"/>
              </a:defRPr>
            </a:lvl9pPr>
          </a:lstStyle>
          <a:p>
            <a:endParaRPr/>
          </a:p>
        </p:txBody>
      </p:sp>
      <p:sp>
        <p:nvSpPr>
          <p:cNvPr id="264" name="Google Shape;264;p26"/>
          <p:cNvSpPr txBox="1">
            <a:spLocks noGrp="1"/>
          </p:cNvSpPr>
          <p:nvPr>
            <p:ph type="subTitle" idx="18"/>
          </p:nvPr>
        </p:nvSpPr>
        <p:spPr>
          <a:xfrm>
            <a:off x="3379123" y="3236717"/>
            <a:ext cx="2444700" cy="8181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0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2pPr>
            <a:lvl3pPr lvl="2">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3pPr>
            <a:lvl4pPr lvl="3">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4pPr>
            <a:lvl5pPr lvl="4">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5pPr>
            <a:lvl6pPr lvl="5">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6pPr>
            <a:lvl7pPr lvl="6">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7pPr>
            <a:lvl8pPr lvl="7">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8pPr>
            <a:lvl9pPr lvl="8">
              <a:spcBef>
                <a:spcPts val="0"/>
              </a:spcBef>
              <a:spcAft>
                <a:spcPts val="0"/>
              </a:spcAft>
              <a:buClr>
                <a:schemeClr val="dk2"/>
              </a:buClr>
              <a:buSzPts val="1000"/>
              <a:buFont typeface="Urbanist"/>
              <a:buNone/>
              <a:defRPr sz="1000">
                <a:solidFill>
                  <a:schemeClr val="dk2"/>
                </a:solidFill>
                <a:latin typeface="Urbanist"/>
                <a:ea typeface="Urbanist"/>
                <a:cs typeface="Urbanist"/>
                <a:sym typeface="Urbanist"/>
              </a:defRPr>
            </a:lvl9pPr>
          </a:lstStyle>
          <a:p>
            <a:endParaRPr/>
          </a:p>
        </p:txBody>
      </p:sp>
      <p:sp>
        <p:nvSpPr>
          <p:cNvPr id="265" name="Google Shape;265;p26"/>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66" name="Google Shape;266;p26"/>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meline">
  <p:cSld name="CUSTOM_7_1_1_1_1_1_1_1_1_1_1_1_1_1_1_1_1_1">
    <p:spTree>
      <p:nvGrpSpPr>
        <p:cNvPr id="1" name="Shape 267"/>
        <p:cNvGrpSpPr/>
        <p:nvPr/>
      </p:nvGrpSpPr>
      <p:grpSpPr>
        <a:xfrm>
          <a:off x="0" y="0"/>
          <a:ext cx="0" cy="0"/>
          <a:chOff x="0" y="0"/>
          <a:chExt cx="0" cy="0"/>
        </a:xfrm>
      </p:grpSpPr>
      <p:pic>
        <p:nvPicPr>
          <p:cNvPr id="268" name="Google Shape;268;p27"/>
          <p:cNvPicPr preferRelativeResize="0"/>
          <p:nvPr/>
        </p:nvPicPr>
        <p:blipFill rotWithShape="1">
          <a:blip r:embed="rId2">
            <a:alphaModFix/>
          </a:blip>
          <a:srcRect r="15469" b="14588"/>
          <a:stretch/>
        </p:blipFill>
        <p:spPr>
          <a:xfrm flipH="1">
            <a:off x="4571999" y="2061075"/>
            <a:ext cx="4572001" cy="3082424"/>
          </a:xfrm>
          <a:prstGeom prst="rect">
            <a:avLst/>
          </a:prstGeom>
          <a:noFill/>
          <a:ln>
            <a:noFill/>
          </a:ln>
        </p:spPr>
      </p:pic>
      <p:cxnSp>
        <p:nvCxnSpPr>
          <p:cNvPr id="269" name="Google Shape;269;p27"/>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70" name="Google Shape;270;p27"/>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71" name="Google Shape;271;p27"/>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72" name="Google Shape;272;p27"/>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73" name="Google Shape;273;p27"/>
          <p:cNvSpPr txBox="1">
            <a:spLocks noGrp="1"/>
          </p:cNvSpPr>
          <p:nvPr>
            <p:ph type="subTitle" idx="4"/>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sp>
        <p:nvSpPr>
          <p:cNvPr id="274" name="Google Shape;274;p27"/>
          <p:cNvSpPr txBox="1">
            <a:spLocks noGrp="1"/>
          </p:cNvSpPr>
          <p:nvPr>
            <p:ph type="title"/>
          </p:nvPr>
        </p:nvSpPr>
        <p:spPr>
          <a:xfrm>
            <a:off x="355225" y="1775475"/>
            <a:ext cx="1862100" cy="293100"/>
          </a:xfrm>
          <a:prstGeom prst="rect">
            <a:avLst/>
          </a:prstGeom>
        </p:spPr>
        <p:txBody>
          <a:bodyPr spcFirstLastPara="1" wrap="square" lIns="0" tIns="0" rIns="91425" bIns="91425" anchor="b" anchorCtr="0">
            <a:noAutofit/>
          </a:bodyPr>
          <a:lstStyle>
            <a:lvl1pPr lvl="0">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a:endParaRPr/>
          </a:p>
        </p:txBody>
      </p:sp>
      <p:sp>
        <p:nvSpPr>
          <p:cNvPr id="275" name="Google Shape;275;p27"/>
          <p:cNvSpPr txBox="1">
            <a:spLocks noGrp="1"/>
          </p:cNvSpPr>
          <p:nvPr>
            <p:ph type="subTitle" idx="5"/>
          </p:nvPr>
        </p:nvSpPr>
        <p:spPr>
          <a:xfrm>
            <a:off x="355225" y="2161825"/>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276" name="Google Shape;276;p27"/>
          <p:cNvSpPr txBox="1">
            <a:spLocks noGrp="1"/>
          </p:cNvSpPr>
          <p:nvPr>
            <p:ph type="body" idx="6"/>
          </p:nvPr>
        </p:nvSpPr>
        <p:spPr>
          <a:xfrm>
            <a:off x="355225" y="2465025"/>
            <a:ext cx="1826700" cy="477900"/>
          </a:xfrm>
          <a:prstGeom prst="rect">
            <a:avLst/>
          </a:prstGeom>
        </p:spPr>
        <p:txBody>
          <a:bodyPr spcFirstLastPara="1" wrap="square" lIns="0" tIns="0" rIns="91425" bIns="91425" anchor="t" anchorCtr="0">
            <a:noAutofit/>
          </a:bodyPr>
          <a:lstStyle>
            <a:lvl1pPr marL="457200" lvl="0" indent="-279400">
              <a:spcBef>
                <a:spcPts val="0"/>
              </a:spcBef>
              <a:spcAft>
                <a:spcPts val="0"/>
              </a:spcAft>
              <a:buClr>
                <a:schemeClr val="dk2"/>
              </a:buClr>
              <a:buSzPts val="800"/>
              <a:buFont typeface="Urbanist"/>
              <a:buChar char="●"/>
              <a:defRPr sz="800">
                <a:solidFill>
                  <a:schemeClr val="dk2"/>
                </a:solidFill>
              </a:defRPr>
            </a:lvl1pPr>
            <a:lvl2pPr marL="914400" lvl="1" indent="-279400">
              <a:spcBef>
                <a:spcPts val="0"/>
              </a:spcBef>
              <a:spcAft>
                <a:spcPts val="0"/>
              </a:spcAft>
              <a:buClr>
                <a:schemeClr val="dk2"/>
              </a:buClr>
              <a:buSzPts val="800"/>
              <a:buFont typeface="Urbanist"/>
              <a:buChar char="○"/>
              <a:defRPr sz="800">
                <a:solidFill>
                  <a:schemeClr val="dk2"/>
                </a:solidFill>
              </a:defRPr>
            </a:lvl2pPr>
            <a:lvl3pPr marL="1371600" lvl="2" indent="-279400">
              <a:spcBef>
                <a:spcPts val="0"/>
              </a:spcBef>
              <a:spcAft>
                <a:spcPts val="0"/>
              </a:spcAft>
              <a:buClr>
                <a:schemeClr val="dk2"/>
              </a:buClr>
              <a:buSzPts val="800"/>
              <a:buFont typeface="Urbanist"/>
              <a:buChar char="■"/>
              <a:defRPr sz="800">
                <a:solidFill>
                  <a:schemeClr val="dk2"/>
                </a:solidFill>
              </a:defRPr>
            </a:lvl3pPr>
            <a:lvl4pPr marL="1828800" lvl="3" indent="-279400">
              <a:spcBef>
                <a:spcPts val="0"/>
              </a:spcBef>
              <a:spcAft>
                <a:spcPts val="0"/>
              </a:spcAft>
              <a:buClr>
                <a:schemeClr val="dk2"/>
              </a:buClr>
              <a:buSzPts val="800"/>
              <a:buFont typeface="Urbanist"/>
              <a:buChar char="●"/>
              <a:defRPr sz="800">
                <a:solidFill>
                  <a:schemeClr val="dk2"/>
                </a:solidFill>
              </a:defRPr>
            </a:lvl4pPr>
            <a:lvl5pPr marL="2286000" lvl="4" indent="-279400">
              <a:spcBef>
                <a:spcPts val="0"/>
              </a:spcBef>
              <a:spcAft>
                <a:spcPts val="0"/>
              </a:spcAft>
              <a:buClr>
                <a:schemeClr val="dk2"/>
              </a:buClr>
              <a:buSzPts val="800"/>
              <a:buFont typeface="Urbanist"/>
              <a:buChar char="○"/>
              <a:defRPr sz="800">
                <a:solidFill>
                  <a:schemeClr val="dk2"/>
                </a:solidFill>
              </a:defRPr>
            </a:lvl5pPr>
            <a:lvl6pPr marL="2743200" lvl="5" indent="-279400">
              <a:spcBef>
                <a:spcPts val="0"/>
              </a:spcBef>
              <a:spcAft>
                <a:spcPts val="0"/>
              </a:spcAft>
              <a:buClr>
                <a:schemeClr val="dk2"/>
              </a:buClr>
              <a:buSzPts val="800"/>
              <a:buFont typeface="Urbanist"/>
              <a:buChar char="■"/>
              <a:defRPr sz="800">
                <a:solidFill>
                  <a:schemeClr val="dk2"/>
                </a:solidFill>
              </a:defRPr>
            </a:lvl6pPr>
            <a:lvl7pPr marL="3200400" lvl="6" indent="-279400">
              <a:spcBef>
                <a:spcPts val="0"/>
              </a:spcBef>
              <a:spcAft>
                <a:spcPts val="0"/>
              </a:spcAft>
              <a:buClr>
                <a:schemeClr val="dk2"/>
              </a:buClr>
              <a:buSzPts val="800"/>
              <a:buFont typeface="Urbanist"/>
              <a:buChar char="●"/>
              <a:defRPr sz="800">
                <a:solidFill>
                  <a:schemeClr val="dk2"/>
                </a:solidFill>
              </a:defRPr>
            </a:lvl7pPr>
            <a:lvl8pPr marL="3657600" lvl="7" indent="-279400">
              <a:spcBef>
                <a:spcPts val="0"/>
              </a:spcBef>
              <a:spcAft>
                <a:spcPts val="0"/>
              </a:spcAft>
              <a:buClr>
                <a:schemeClr val="dk2"/>
              </a:buClr>
              <a:buSzPts val="800"/>
              <a:buFont typeface="Urbanist"/>
              <a:buChar char="○"/>
              <a:defRPr sz="800">
                <a:solidFill>
                  <a:schemeClr val="dk2"/>
                </a:solidFill>
              </a:defRPr>
            </a:lvl8pPr>
            <a:lvl9pPr marL="4114800" lvl="8" indent="-279400">
              <a:spcBef>
                <a:spcPts val="0"/>
              </a:spcBef>
              <a:spcAft>
                <a:spcPts val="0"/>
              </a:spcAft>
              <a:buClr>
                <a:schemeClr val="dk2"/>
              </a:buClr>
              <a:buSzPts val="800"/>
              <a:buFont typeface="Urbanist"/>
              <a:buChar char="■"/>
              <a:defRPr sz="800">
                <a:solidFill>
                  <a:schemeClr val="dk2"/>
                </a:solidFill>
              </a:defRPr>
            </a:lvl9pPr>
          </a:lstStyle>
          <a:p>
            <a:endParaRPr/>
          </a:p>
        </p:txBody>
      </p:sp>
      <p:sp>
        <p:nvSpPr>
          <p:cNvPr id="277" name="Google Shape;277;p27"/>
          <p:cNvSpPr txBox="1">
            <a:spLocks noGrp="1"/>
          </p:cNvSpPr>
          <p:nvPr>
            <p:ph type="title" idx="7"/>
          </p:nvPr>
        </p:nvSpPr>
        <p:spPr>
          <a:xfrm>
            <a:off x="2543875" y="1775475"/>
            <a:ext cx="1862100" cy="293100"/>
          </a:xfrm>
          <a:prstGeom prst="rect">
            <a:avLst/>
          </a:prstGeom>
        </p:spPr>
        <p:txBody>
          <a:bodyPr spcFirstLastPara="1" wrap="square" lIns="0" tIns="0" rIns="91425" bIns="91425" anchor="b" anchorCtr="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a:endParaRPr/>
          </a:p>
        </p:txBody>
      </p:sp>
      <p:sp>
        <p:nvSpPr>
          <p:cNvPr id="278" name="Google Shape;278;p27"/>
          <p:cNvSpPr txBox="1">
            <a:spLocks noGrp="1"/>
          </p:cNvSpPr>
          <p:nvPr>
            <p:ph type="subTitle" idx="8"/>
          </p:nvPr>
        </p:nvSpPr>
        <p:spPr>
          <a:xfrm>
            <a:off x="2543875" y="2161825"/>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279" name="Google Shape;279;p27"/>
          <p:cNvSpPr txBox="1">
            <a:spLocks noGrp="1"/>
          </p:cNvSpPr>
          <p:nvPr>
            <p:ph type="body" idx="9"/>
          </p:nvPr>
        </p:nvSpPr>
        <p:spPr>
          <a:xfrm>
            <a:off x="2543875" y="2465025"/>
            <a:ext cx="1826700" cy="477900"/>
          </a:xfrm>
          <a:prstGeom prst="rect">
            <a:avLst/>
          </a:prstGeom>
        </p:spPr>
        <p:txBody>
          <a:bodyPr spcFirstLastPara="1" wrap="square" lIns="0" tIns="0" rIns="91425" bIns="91425" anchor="t" anchorCtr="0">
            <a:noAutofit/>
          </a:bodyPr>
          <a:lstStyle>
            <a:lvl1pPr marL="457200" lvl="0" indent="-279400">
              <a:spcBef>
                <a:spcPts val="0"/>
              </a:spcBef>
              <a:spcAft>
                <a:spcPts val="0"/>
              </a:spcAft>
              <a:buClr>
                <a:schemeClr val="dk2"/>
              </a:buClr>
              <a:buSzPts val="800"/>
              <a:buFont typeface="Urbanist"/>
              <a:buChar char="●"/>
              <a:defRPr sz="800">
                <a:solidFill>
                  <a:schemeClr val="dk2"/>
                </a:solidFill>
              </a:defRPr>
            </a:lvl1pPr>
            <a:lvl2pPr marL="914400" lvl="1" indent="-279400">
              <a:spcBef>
                <a:spcPts val="0"/>
              </a:spcBef>
              <a:spcAft>
                <a:spcPts val="0"/>
              </a:spcAft>
              <a:buClr>
                <a:schemeClr val="dk2"/>
              </a:buClr>
              <a:buSzPts val="800"/>
              <a:buFont typeface="Urbanist"/>
              <a:buChar char="○"/>
              <a:defRPr sz="800">
                <a:solidFill>
                  <a:schemeClr val="dk2"/>
                </a:solidFill>
              </a:defRPr>
            </a:lvl2pPr>
            <a:lvl3pPr marL="1371600" lvl="2" indent="-279400">
              <a:spcBef>
                <a:spcPts val="0"/>
              </a:spcBef>
              <a:spcAft>
                <a:spcPts val="0"/>
              </a:spcAft>
              <a:buClr>
                <a:schemeClr val="dk2"/>
              </a:buClr>
              <a:buSzPts val="800"/>
              <a:buFont typeface="Urbanist"/>
              <a:buChar char="■"/>
              <a:defRPr sz="800">
                <a:solidFill>
                  <a:schemeClr val="dk2"/>
                </a:solidFill>
              </a:defRPr>
            </a:lvl3pPr>
            <a:lvl4pPr marL="1828800" lvl="3" indent="-279400">
              <a:spcBef>
                <a:spcPts val="0"/>
              </a:spcBef>
              <a:spcAft>
                <a:spcPts val="0"/>
              </a:spcAft>
              <a:buClr>
                <a:schemeClr val="dk2"/>
              </a:buClr>
              <a:buSzPts val="800"/>
              <a:buFont typeface="Urbanist"/>
              <a:buChar char="●"/>
              <a:defRPr sz="800">
                <a:solidFill>
                  <a:schemeClr val="dk2"/>
                </a:solidFill>
              </a:defRPr>
            </a:lvl4pPr>
            <a:lvl5pPr marL="2286000" lvl="4" indent="-279400">
              <a:spcBef>
                <a:spcPts val="0"/>
              </a:spcBef>
              <a:spcAft>
                <a:spcPts val="0"/>
              </a:spcAft>
              <a:buClr>
                <a:schemeClr val="dk2"/>
              </a:buClr>
              <a:buSzPts val="800"/>
              <a:buFont typeface="Urbanist"/>
              <a:buChar char="○"/>
              <a:defRPr sz="800">
                <a:solidFill>
                  <a:schemeClr val="dk2"/>
                </a:solidFill>
              </a:defRPr>
            </a:lvl5pPr>
            <a:lvl6pPr marL="2743200" lvl="5" indent="-279400">
              <a:spcBef>
                <a:spcPts val="0"/>
              </a:spcBef>
              <a:spcAft>
                <a:spcPts val="0"/>
              </a:spcAft>
              <a:buClr>
                <a:schemeClr val="dk2"/>
              </a:buClr>
              <a:buSzPts val="800"/>
              <a:buFont typeface="Urbanist"/>
              <a:buChar char="■"/>
              <a:defRPr sz="800">
                <a:solidFill>
                  <a:schemeClr val="dk2"/>
                </a:solidFill>
              </a:defRPr>
            </a:lvl6pPr>
            <a:lvl7pPr marL="3200400" lvl="6" indent="-279400">
              <a:spcBef>
                <a:spcPts val="0"/>
              </a:spcBef>
              <a:spcAft>
                <a:spcPts val="0"/>
              </a:spcAft>
              <a:buClr>
                <a:schemeClr val="dk2"/>
              </a:buClr>
              <a:buSzPts val="800"/>
              <a:buFont typeface="Urbanist"/>
              <a:buChar char="●"/>
              <a:defRPr sz="800">
                <a:solidFill>
                  <a:schemeClr val="dk2"/>
                </a:solidFill>
              </a:defRPr>
            </a:lvl7pPr>
            <a:lvl8pPr marL="3657600" lvl="7" indent="-279400">
              <a:spcBef>
                <a:spcPts val="0"/>
              </a:spcBef>
              <a:spcAft>
                <a:spcPts val="0"/>
              </a:spcAft>
              <a:buClr>
                <a:schemeClr val="dk2"/>
              </a:buClr>
              <a:buSzPts val="800"/>
              <a:buFont typeface="Urbanist"/>
              <a:buChar char="○"/>
              <a:defRPr sz="800">
                <a:solidFill>
                  <a:schemeClr val="dk2"/>
                </a:solidFill>
              </a:defRPr>
            </a:lvl8pPr>
            <a:lvl9pPr marL="4114800" lvl="8" indent="-279400">
              <a:spcBef>
                <a:spcPts val="0"/>
              </a:spcBef>
              <a:spcAft>
                <a:spcPts val="0"/>
              </a:spcAft>
              <a:buClr>
                <a:schemeClr val="dk2"/>
              </a:buClr>
              <a:buSzPts val="800"/>
              <a:buFont typeface="Urbanist"/>
              <a:buChar char="■"/>
              <a:defRPr sz="800">
                <a:solidFill>
                  <a:schemeClr val="dk2"/>
                </a:solidFill>
              </a:defRPr>
            </a:lvl9pPr>
          </a:lstStyle>
          <a:p>
            <a:endParaRPr/>
          </a:p>
        </p:txBody>
      </p:sp>
      <p:sp>
        <p:nvSpPr>
          <p:cNvPr id="280" name="Google Shape;280;p27"/>
          <p:cNvSpPr txBox="1">
            <a:spLocks noGrp="1"/>
          </p:cNvSpPr>
          <p:nvPr>
            <p:ph type="title" idx="13"/>
          </p:nvPr>
        </p:nvSpPr>
        <p:spPr>
          <a:xfrm>
            <a:off x="4745500" y="1775475"/>
            <a:ext cx="1862100" cy="293100"/>
          </a:xfrm>
          <a:prstGeom prst="rect">
            <a:avLst/>
          </a:prstGeom>
        </p:spPr>
        <p:txBody>
          <a:bodyPr spcFirstLastPara="1" wrap="square" lIns="0" tIns="0" rIns="91425" bIns="91425" anchor="b" anchorCtr="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a:endParaRPr/>
          </a:p>
        </p:txBody>
      </p:sp>
      <p:sp>
        <p:nvSpPr>
          <p:cNvPr id="281" name="Google Shape;281;p27"/>
          <p:cNvSpPr txBox="1">
            <a:spLocks noGrp="1"/>
          </p:cNvSpPr>
          <p:nvPr>
            <p:ph type="subTitle" idx="14"/>
          </p:nvPr>
        </p:nvSpPr>
        <p:spPr>
          <a:xfrm>
            <a:off x="4745500" y="2161825"/>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282" name="Google Shape;282;p27"/>
          <p:cNvSpPr txBox="1">
            <a:spLocks noGrp="1"/>
          </p:cNvSpPr>
          <p:nvPr>
            <p:ph type="body" idx="15"/>
          </p:nvPr>
        </p:nvSpPr>
        <p:spPr>
          <a:xfrm>
            <a:off x="4745400" y="2465025"/>
            <a:ext cx="1826700" cy="477900"/>
          </a:xfrm>
          <a:prstGeom prst="rect">
            <a:avLst/>
          </a:prstGeom>
        </p:spPr>
        <p:txBody>
          <a:bodyPr spcFirstLastPara="1" wrap="square" lIns="0" tIns="0" rIns="91425" bIns="91425" anchor="t" anchorCtr="0">
            <a:noAutofit/>
          </a:bodyPr>
          <a:lstStyle>
            <a:lvl1pPr marL="457200" lvl="0" indent="-279400">
              <a:spcBef>
                <a:spcPts val="0"/>
              </a:spcBef>
              <a:spcAft>
                <a:spcPts val="0"/>
              </a:spcAft>
              <a:buClr>
                <a:schemeClr val="dk2"/>
              </a:buClr>
              <a:buSzPts val="800"/>
              <a:buFont typeface="Urbanist"/>
              <a:buChar char="●"/>
              <a:defRPr sz="800">
                <a:solidFill>
                  <a:schemeClr val="dk2"/>
                </a:solidFill>
              </a:defRPr>
            </a:lvl1pPr>
            <a:lvl2pPr marL="914400" lvl="1" indent="-279400">
              <a:spcBef>
                <a:spcPts val="0"/>
              </a:spcBef>
              <a:spcAft>
                <a:spcPts val="0"/>
              </a:spcAft>
              <a:buClr>
                <a:schemeClr val="dk2"/>
              </a:buClr>
              <a:buSzPts val="800"/>
              <a:buFont typeface="Urbanist"/>
              <a:buChar char="○"/>
              <a:defRPr sz="800">
                <a:solidFill>
                  <a:schemeClr val="dk2"/>
                </a:solidFill>
              </a:defRPr>
            </a:lvl2pPr>
            <a:lvl3pPr marL="1371600" lvl="2" indent="-279400">
              <a:spcBef>
                <a:spcPts val="0"/>
              </a:spcBef>
              <a:spcAft>
                <a:spcPts val="0"/>
              </a:spcAft>
              <a:buClr>
                <a:schemeClr val="dk2"/>
              </a:buClr>
              <a:buSzPts val="800"/>
              <a:buFont typeface="Urbanist"/>
              <a:buChar char="■"/>
              <a:defRPr sz="800">
                <a:solidFill>
                  <a:schemeClr val="dk2"/>
                </a:solidFill>
              </a:defRPr>
            </a:lvl3pPr>
            <a:lvl4pPr marL="1828800" lvl="3" indent="-279400">
              <a:spcBef>
                <a:spcPts val="0"/>
              </a:spcBef>
              <a:spcAft>
                <a:spcPts val="0"/>
              </a:spcAft>
              <a:buClr>
                <a:schemeClr val="dk2"/>
              </a:buClr>
              <a:buSzPts val="800"/>
              <a:buFont typeface="Urbanist"/>
              <a:buChar char="●"/>
              <a:defRPr sz="800">
                <a:solidFill>
                  <a:schemeClr val="dk2"/>
                </a:solidFill>
              </a:defRPr>
            </a:lvl4pPr>
            <a:lvl5pPr marL="2286000" lvl="4" indent="-279400">
              <a:spcBef>
                <a:spcPts val="0"/>
              </a:spcBef>
              <a:spcAft>
                <a:spcPts val="0"/>
              </a:spcAft>
              <a:buClr>
                <a:schemeClr val="dk2"/>
              </a:buClr>
              <a:buSzPts val="800"/>
              <a:buFont typeface="Urbanist"/>
              <a:buChar char="○"/>
              <a:defRPr sz="800">
                <a:solidFill>
                  <a:schemeClr val="dk2"/>
                </a:solidFill>
              </a:defRPr>
            </a:lvl5pPr>
            <a:lvl6pPr marL="2743200" lvl="5" indent="-279400">
              <a:spcBef>
                <a:spcPts val="0"/>
              </a:spcBef>
              <a:spcAft>
                <a:spcPts val="0"/>
              </a:spcAft>
              <a:buClr>
                <a:schemeClr val="dk2"/>
              </a:buClr>
              <a:buSzPts val="800"/>
              <a:buFont typeface="Urbanist"/>
              <a:buChar char="■"/>
              <a:defRPr sz="800">
                <a:solidFill>
                  <a:schemeClr val="dk2"/>
                </a:solidFill>
              </a:defRPr>
            </a:lvl6pPr>
            <a:lvl7pPr marL="3200400" lvl="6" indent="-279400">
              <a:spcBef>
                <a:spcPts val="0"/>
              </a:spcBef>
              <a:spcAft>
                <a:spcPts val="0"/>
              </a:spcAft>
              <a:buClr>
                <a:schemeClr val="dk2"/>
              </a:buClr>
              <a:buSzPts val="800"/>
              <a:buFont typeface="Urbanist"/>
              <a:buChar char="●"/>
              <a:defRPr sz="800">
                <a:solidFill>
                  <a:schemeClr val="dk2"/>
                </a:solidFill>
              </a:defRPr>
            </a:lvl7pPr>
            <a:lvl8pPr marL="3657600" lvl="7" indent="-279400">
              <a:spcBef>
                <a:spcPts val="0"/>
              </a:spcBef>
              <a:spcAft>
                <a:spcPts val="0"/>
              </a:spcAft>
              <a:buClr>
                <a:schemeClr val="dk2"/>
              </a:buClr>
              <a:buSzPts val="800"/>
              <a:buFont typeface="Urbanist"/>
              <a:buChar char="○"/>
              <a:defRPr sz="800">
                <a:solidFill>
                  <a:schemeClr val="dk2"/>
                </a:solidFill>
              </a:defRPr>
            </a:lvl8pPr>
            <a:lvl9pPr marL="4114800" lvl="8" indent="-279400">
              <a:spcBef>
                <a:spcPts val="0"/>
              </a:spcBef>
              <a:spcAft>
                <a:spcPts val="0"/>
              </a:spcAft>
              <a:buClr>
                <a:schemeClr val="dk2"/>
              </a:buClr>
              <a:buSzPts val="800"/>
              <a:buFont typeface="Urbanist"/>
              <a:buChar char="■"/>
              <a:defRPr sz="800">
                <a:solidFill>
                  <a:schemeClr val="dk2"/>
                </a:solidFill>
              </a:defRPr>
            </a:lvl9pPr>
          </a:lstStyle>
          <a:p>
            <a:endParaRPr/>
          </a:p>
        </p:txBody>
      </p:sp>
      <p:sp>
        <p:nvSpPr>
          <p:cNvPr id="283" name="Google Shape;283;p27"/>
          <p:cNvSpPr txBox="1">
            <a:spLocks noGrp="1"/>
          </p:cNvSpPr>
          <p:nvPr>
            <p:ph type="title" idx="16"/>
          </p:nvPr>
        </p:nvSpPr>
        <p:spPr>
          <a:xfrm>
            <a:off x="6942300" y="1775475"/>
            <a:ext cx="1862100" cy="293100"/>
          </a:xfrm>
          <a:prstGeom prst="rect">
            <a:avLst/>
          </a:prstGeom>
        </p:spPr>
        <p:txBody>
          <a:bodyPr spcFirstLastPara="1" wrap="square" lIns="0" tIns="0" rIns="91425" bIns="91425" anchor="b" anchorCtr="0">
            <a:noAutofit/>
          </a:bodyPr>
          <a:lstStyle>
            <a:lvl1pPr lvl="0">
              <a:lnSpc>
                <a:spcPct val="90000"/>
              </a:lnSpc>
              <a:spcBef>
                <a:spcPts val="0"/>
              </a:spcBef>
              <a:spcAft>
                <a:spcPts val="0"/>
              </a:spcAft>
              <a:buClr>
                <a:schemeClr val="accent3"/>
              </a:buClr>
              <a:buSzPts val="3000"/>
              <a:buFont typeface="Urbanist"/>
              <a:buNone/>
              <a:defRPr sz="1800">
                <a:solidFill>
                  <a:schemeClr val="accent3"/>
                </a:solidFill>
              </a:defRPr>
            </a:lvl1pPr>
            <a:lvl2pPr lvl="1">
              <a:spcBef>
                <a:spcPts val="0"/>
              </a:spcBef>
              <a:spcAft>
                <a:spcPts val="0"/>
              </a:spcAft>
              <a:buClr>
                <a:schemeClr val="accent3"/>
              </a:buClr>
              <a:buSzPts val="3000"/>
              <a:buFont typeface="Urbanist"/>
              <a:buNone/>
              <a:defRPr>
                <a:solidFill>
                  <a:schemeClr val="accent3"/>
                </a:solidFill>
              </a:defRPr>
            </a:lvl2pPr>
            <a:lvl3pPr lvl="2">
              <a:spcBef>
                <a:spcPts val="0"/>
              </a:spcBef>
              <a:spcAft>
                <a:spcPts val="0"/>
              </a:spcAft>
              <a:buClr>
                <a:schemeClr val="accent3"/>
              </a:buClr>
              <a:buSzPts val="3000"/>
              <a:buFont typeface="Urbanist"/>
              <a:buNone/>
              <a:defRPr>
                <a:solidFill>
                  <a:schemeClr val="accent3"/>
                </a:solidFill>
              </a:defRPr>
            </a:lvl3pPr>
            <a:lvl4pPr lvl="3">
              <a:spcBef>
                <a:spcPts val="0"/>
              </a:spcBef>
              <a:spcAft>
                <a:spcPts val="0"/>
              </a:spcAft>
              <a:buClr>
                <a:schemeClr val="accent3"/>
              </a:buClr>
              <a:buSzPts val="3000"/>
              <a:buFont typeface="Urbanist"/>
              <a:buNone/>
              <a:defRPr>
                <a:solidFill>
                  <a:schemeClr val="accent3"/>
                </a:solidFill>
              </a:defRPr>
            </a:lvl4pPr>
            <a:lvl5pPr lvl="4">
              <a:spcBef>
                <a:spcPts val="0"/>
              </a:spcBef>
              <a:spcAft>
                <a:spcPts val="0"/>
              </a:spcAft>
              <a:buClr>
                <a:schemeClr val="accent3"/>
              </a:buClr>
              <a:buSzPts val="3000"/>
              <a:buFont typeface="Urbanist"/>
              <a:buNone/>
              <a:defRPr>
                <a:solidFill>
                  <a:schemeClr val="accent3"/>
                </a:solidFill>
              </a:defRPr>
            </a:lvl5pPr>
            <a:lvl6pPr lvl="5">
              <a:spcBef>
                <a:spcPts val="0"/>
              </a:spcBef>
              <a:spcAft>
                <a:spcPts val="0"/>
              </a:spcAft>
              <a:buClr>
                <a:schemeClr val="accent3"/>
              </a:buClr>
              <a:buSzPts val="3000"/>
              <a:buFont typeface="Urbanist"/>
              <a:buNone/>
              <a:defRPr>
                <a:solidFill>
                  <a:schemeClr val="accent3"/>
                </a:solidFill>
              </a:defRPr>
            </a:lvl6pPr>
            <a:lvl7pPr lvl="6">
              <a:spcBef>
                <a:spcPts val="0"/>
              </a:spcBef>
              <a:spcAft>
                <a:spcPts val="0"/>
              </a:spcAft>
              <a:buClr>
                <a:schemeClr val="accent3"/>
              </a:buClr>
              <a:buSzPts val="3000"/>
              <a:buFont typeface="Urbanist"/>
              <a:buNone/>
              <a:defRPr>
                <a:solidFill>
                  <a:schemeClr val="accent3"/>
                </a:solidFill>
              </a:defRPr>
            </a:lvl7pPr>
            <a:lvl8pPr lvl="7">
              <a:spcBef>
                <a:spcPts val="0"/>
              </a:spcBef>
              <a:spcAft>
                <a:spcPts val="0"/>
              </a:spcAft>
              <a:buClr>
                <a:schemeClr val="accent3"/>
              </a:buClr>
              <a:buSzPts val="3000"/>
              <a:buFont typeface="Urbanist"/>
              <a:buNone/>
              <a:defRPr>
                <a:solidFill>
                  <a:schemeClr val="accent3"/>
                </a:solidFill>
              </a:defRPr>
            </a:lvl8pPr>
            <a:lvl9pPr lvl="8">
              <a:spcBef>
                <a:spcPts val="0"/>
              </a:spcBef>
              <a:spcAft>
                <a:spcPts val="0"/>
              </a:spcAft>
              <a:buClr>
                <a:schemeClr val="accent3"/>
              </a:buClr>
              <a:buSzPts val="3000"/>
              <a:buFont typeface="Urbanist"/>
              <a:buNone/>
              <a:defRPr>
                <a:solidFill>
                  <a:schemeClr val="accent3"/>
                </a:solidFill>
              </a:defRPr>
            </a:lvl9pPr>
          </a:lstStyle>
          <a:p>
            <a:endParaRPr/>
          </a:p>
        </p:txBody>
      </p:sp>
      <p:sp>
        <p:nvSpPr>
          <p:cNvPr id="284" name="Google Shape;284;p27"/>
          <p:cNvSpPr txBox="1">
            <a:spLocks noGrp="1"/>
          </p:cNvSpPr>
          <p:nvPr>
            <p:ph type="subTitle" idx="17"/>
          </p:nvPr>
        </p:nvSpPr>
        <p:spPr>
          <a:xfrm>
            <a:off x="6942300" y="2161825"/>
            <a:ext cx="1974600" cy="204600"/>
          </a:xfrm>
          <a:prstGeom prst="rect">
            <a:avLst/>
          </a:prstGeom>
        </p:spPr>
        <p:txBody>
          <a:bodyPr spcFirstLastPara="1" wrap="square" lIns="0" tIns="0" rIns="91425" bIns="91425" anchor="t" anchorCtr="0">
            <a:noAutofit/>
          </a:bodyPr>
          <a:lstStyle>
            <a:lvl1pPr lvl="0">
              <a:lnSpc>
                <a:spcPct val="85000"/>
              </a:lnSpc>
              <a:spcBef>
                <a:spcPts val="0"/>
              </a:spcBef>
              <a:spcAft>
                <a:spcPts val="0"/>
              </a:spcAft>
              <a:buNone/>
              <a:defRPr sz="13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2pPr>
            <a:lvl3pPr lvl="2">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3pPr>
            <a:lvl4pPr lvl="3">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4pPr>
            <a:lvl5pPr lvl="4">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5pPr>
            <a:lvl6pPr lvl="5">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6pPr>
            <a:lvl7pPr lvl="6">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7pPr>
            <a:lvl8pPr lvl="7">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8pPr>
            <a:lvl9pPr lvl="8">
              <a:spcBef>
                <a:spcPts val="0"/>
              </a:spcBef>
              <a:spcAft>
                <a:spcPts val="0"/>
              </a:spcAft>
              <a:buClr>
                <a:schemeClr val="dk2"/>
              </a:buClr>
              <a:buSzPts val="1400"/>
              <a:buFont typeface="Urbanist"/>
              <a:buNone/>
              <a:defRPr>
                <a:solidFill>
                  <a:schemeClr val="dk2"/>
                </a:solidFill>
                <a:latin typeface="Urbanist"/>
                <a:ea typeface="Urbanist"/>
                <a:cs typeface="Urbanist"/>
                <a:sym typeface="Urbanist"/>
              </a:defRPr>
            </a:lvl9pPr>
          </a:lstStyle>
          <a:p>
            <a:endParaRPr/>
          </a:p>
        </p:txBody>
      </p:sp>
      <p:sp>
        <p:nvSpPr>
          <p:cNvPr id="285" name="Google Shape;285;p27"/>
          <p:cNvSpPr txBox="1">
            <a:spLocks noGrp="1"/>
          </p:cNvSpPr>
          <p:nvPr>
            <p:ph type="body" idx="18"/>
          </p:nvPr>
        </p:nvSpPr>
        <p:spPr>
          <a:xfrm>
            <a:off x="6942300" y="2465025"/>
            <a:ext cx="1791600" cy="477900"/>
          </a:xfrm>
          <a:prstGeom prst="rect">
            <a:avLst/>
          </a:prstGeom>
        </p:spPr>
        <p:txBody>
          <a:bodyPr spcFirstLastPara="1" wrap="square" lIns="0" tIns="0" rIns="91425" bIns="91425" anchor="t" anchorCtr="0">
            <a:noAutofit/>
          </a:bodyPr>
          <a:lstStyle>
            <a:lvl1pPr marL="457200" lvl="0" indent="-279400">
              <a:spcBef>
                <a:spcPts val="0"/>
              </a:spcBef>
              <a:spcAft>
                <a:spcPts val="0"/>
              </a:spcAft>
              <a:buClr>
                <a:schemeClr val="dk2"/>
              </a:buClr>
              <a:buSzPts val="800"/>
              <a:buFont typeface="Urbanist"/>
              <a:buChar char="●"/>
              <a:defRPr sz="800">
                <a:solidFill>
                  <a:schemeClr val="dk2"/>
                </a:solidFill>
              </a:defRPr>
            </a:lvl1pPr>
            <a:lvl2pPr marL="914400" lvl="1" indent="-279400">
              <a:spcBef>
                <a:spcPts val="0"/>
              </a:spcBef>
              <a:spcAft>
                <a:spcPts val="0"/>
              </a:spcAft>
              <a:buClr>
                <a:schemeClr val="dk2"/>
              </a:buClr>
              <a:buSzPts val="800"/>
              <a:buFont typeface="Urbanist"/>
              <a:buChar char="○"/>
              <a:defRPr sz="800">
                <a:solidFill>
                  <a:schemeClr val="dk2"/>
                </a:solidFill>
              </a:defRPr>
            </a:lvl2pPr>
            <a:lvl3pPr marL="1371600" lvl="2" indent="-279400">
              <a:spcBef>
                <a:spcPts val="0"/>
              </a:spcBef>
              <a:spcAft>
                <a:spcPts val="0"/>
              </a:spcAft>
              <a:buClr>
                <a:schemeClr val="dk2"/>
              </a:buClr>
              <a:buSzPts val="800"/>
              <a:buFont typeface="Urbanist"/>
              <a:buChar char="■"/>
              <a:defRPr sz="800">
                <a:solidFill>
                  <a:schemeClr val="dk2"/>
                </a:solidFill>
              </a:defRPr>
            </a:lvl3pPr>
            <a:lvl4pPr marL="1828800" lvl="3" indent="-279400">
              <a:spcBef>
                <a:spcPts val="0"/>
              </a:spcBef>
              <a:spcAft>
                <a:spcPts val="0"/>
              </a:spcAft>
              <a:buClr>
                <a:schemeClr val="dk2"/>
              </a:buClr>
              <a:buSzPts val="800"/>
              <a:buFont typeface="Urbanist"/>
              <a:buChar char="●"/>
              <a:defRPr sz="800">
                <a:solidFill>
                  <a:schemeClr val="dk2"/>
                </a:solidFill>
              </a:defRPr>
            </a:lvl4pPr>
            <a:lvl5pPr marL="2286000" lvl="4" indent="-279400">
              <a:spcBef>
                <a:spcPts val="0"/>
              </a:spcBef>
              <a:spcAft>
                <a:spcPts val="0"/>
              </a:spcAft>
              <a:buClr>
                <a:schemeClr val="dk2"/>
              </a:buClr>
              <a:buSzPts val="800"/>
              <a:buFont typeface="Urbanist"/>
              <a:buChar char="○"/>
              <a:defRPr sz="800">
                <a:solidFill>
                  <a:schemeClr val="dk2"/>
                </a:solidFill>
              </a:defRPr>
            </a:lvl5pPr>
            <a:lvl6pPr marL="2743200" lvl="5" indent="-279400">
              <a:spcBef>
                <a:spcPts val="0"/>
              </a:spcBef>
              <a:spcAft>
                <a:spcPts val="0"/>
              </a:spcAft>
              <a:buClr>
                <a:schemeClr val="dk2"/>
              </a:buClr>
              <a:buSzPts val="800"/>
              <a:buFont typeface="Urbanist"/>
              <a:buChar char="■"/>
              <a:defRPr sz="800">
                <a:solidFill>
                  <a:schemeClr val="dk2"/>
                </a:solidFill>
              </a:defRPr>
            </a:lvl6pPr>
            <a:lvl7pPr marL="3200400" lvl="6" indent="-279400">
              <a:spcBef>
                <a:spcPts val="0"/>
              </a:spcBef>
              <a:spcAft>
                <a:spcPts val="0"/>
              </a:spcAft>
              <a:buClr>
                <a:schemeClr val="dk2"/>
              </a:buClr>
              <a:buSzPts val="800"/>
              <a:buFont typeface="Urbanist"/>
              <a:buChar char="●"/>
              <a:defRPr sz="800">
                <a:solidFill>
                  <a:schemeClr val="dk2"/>
                </a:solidFill>
              </a:defRPr>
            </a:lvl7pPr>
            <a:lvl8pPr marL="3657600" lvl="7" indent="-279400">
              <a:spcBef>
                <a:spcPts val="0"/>
              </a:spcBef>
              <a:spcAft>
                <a:spcPts val="0"/>
              </a:spcAft>
              <a:buClr>
                <a:schemeClr val="dk2"/>
              </a:buClr>
              <a:buSzPts val="800"/>
              <a:buFont typeface="Urbanist"/>
              <a:buChar char="○"/>
              <a:defRPr sz="800">
                <a:solidFill>
                  <a:schemeClr val="dk2"/>
                </a:solidFill>
              </a:defRPr>
            </a:lvl8pPr>
            <a:lvl9pPr marL="4114800" lvl="8" indent="-279400">
              <a:spcBef>
                <a:spcPts val="0"/>
              </a:spcBef>
              <a:spcAft>
                <a:spcPts val="0"/>
              </a:spcAft>
              <a:buClr>
                <a:schemeClr val="dk2"/>
              </a:buClr>
              <a:buSzPts val="800"/>
              <a:buFont typeface="Urbanist"/>
              <a:buChar char="■"/>
              <a:defRPr sz="800">
                <a:solidFill>
                  <a:schemeClr val="dk2"/>
                </a:solidFill>
              </a:defRPr>
            </a:lvl9pPr>
          </a:lstStyle>
          <a:p>
            <a:endParaRPr/>
          </a:p>
        </p:txBody>
      </p:sp>
      <p:sp>
        <p:nvSpPr>
          <p:cNvPr id="286" name="Google Shape;286;p27"/>
          <p:cNvSpPr txBox="1">
            <a:spLocks noGrp="1"/>
          </p:cNvSpPr>
          <p:nvPr>
            <p:ph type="title" idx="19"/>
          </p:nvPr>
        </p:nvSpPr>
        <p:spPr>
          <a:xfrm>
            <a:off x="228600" y="613525"/>
            <a:ext cx="3904500" cy="8649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sp>
        <p:nvSpPr>
          <p:cNvPr id="287" name="Google Shape;287;p27"/>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288" name="Google Shape;288;p27"/>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extLst>
    <p:ext uri="{DCECCB84-F9BA-43D5-87BE-67443E8EF086}">
      <p15:sldGuideLst xmlns:p15="http://schemas.microsoft.com/office/powerpoint/2012/main">
        <p15:guide id="1" orient="horz" pos="2805">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Customers">
  <p:cSld name="CUSTOM">
    <p:spTree>
      <p:nvGrpSpPr>
        <p:cNvPr id="1" name="Shape 289"/>
        <p:cNvGrpSpPr/>
        <p:nvPr/>
      </p:nvGrpSpPr>
      <p:grpSpPr>
        <a:xfrm>
          <a:off x="0" y="0"/>
          <a:ext cx="0" cy="0"/>
          <a:chOff x="0" y="0"/>
          <a:chExt cx="0" cy="0"/>
        </a:xfrm>
      </p:grpSpPr>
      <p:sp>
        <p:nvSpPr>
          <p:cNvPr id="290" name="Google Shape;290;p28"/>
          <p:cNvSpPr txBox="1">
            <a:spLocks noGrp="1"/>
          </p:cNvSpPr>
          <p:nvPr>
            <p:ph type="subTitle" idx="1"/>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200"/>
              <a:buFont typeface="Urbanist Medium"/>
              <a:buNone/>
              <a:defRPr sz="1200">
                <a:latin typeface="Urbanist Medium"/>
                <a:ea typeface="Urbanist Medium"/>
                <a:cs typeface="Urbanist Medium"/>
                <a:sym typeface="Urbanist Medium"/>
              </a:defRPr>
            </a:lvl1pPr>
            <a:lvl2pPr lvl="1">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2pPr>
            <a:lvl3pPr lvl="2">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3pPr>
            <a:lvl4pPr lvl="3">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4pPr>
            <a:lvl5pPr lvl="4">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5pPr>
            <a:lvl6pPr lvl="5">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6pPr>
            <a:lvl7pPr lvl="6">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7pPr>
            <a:lvl8pPr lvl="7">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8pPr>
            <a:lvl9pPr lvl="8">
              <a:spcBef>
                <a:spcPts val="0"/>
              </a:spcBef>
              <a:spcAft>
                <a:spcPts val="0"/>
              </a:spcAft>
              <a:buClr>
                <a:schemeClr val="lt1"/>
              </a:buClr>
              <a:buSzPts val="1200"/>
              <a:buFont typeface="Urbanist Medium"/>
              <a:buNone/>
              <a:defRPr sz="1200">
                <a:solidFill>
                  <a:schemeClr val="lt1"/>
                </a:solidFill>
                <a:latin typeface="Urbanist Medium"/>
                <a:ea typeface="Urbanist Medium"/>
                <a:cs typeface="Urbanist Medium"/>
                <a:sym typeface="Urbanist Medium"/>
              </a:defRPr>
            </a:lvl9pPr>
          </a:lstStyle>
          <a:p>
            <a:endParaRPr/>
          </a:p>
        </p:txBody>
      </p:sp>
      <p:cxnSp>
        <p:nvCxnSpPr>
          <p:cNvPr id="291" name="Google Shape;291;p28"/>
          <p:cNvCxnSpPr/>
          <p:nvPr/>
        </p:nvCxnSpPr>
        <p:spPr>
          <a:xfrm>
            <a:off x="228450" y="2061025"/>
            <a:ext cx="8687100" cy="0"/>
          </a:xfrm>
          <a:prstGeom prst="straightConnector1">
            <a:avLst/>
          </a:prstGeom>
          <a:noFill/>
          <a:ln w="9525" cap="flat" cmpd="sng">
            <a:solidFill>
              <a:schemeClr val="lt2"/>
            </a:solidFill>
            <a:prstDash val="solid"/>
            <a:round/>
            <a:headEnd type="none" w="med" len="med"/>
            <a:tailEnd type="none" w="med" len="med"/>
          </a:ln>
        </p:spPr>
      </p:cxnSp>
      <p:sp>
        <p:nvSpPr>
          <p:cNvPr id="292" name="Google Shape;292;p28"/>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93" name="Google Shape;293;p28"/>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294" name="Google Shape;294;p28"/>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295" name="Google Shape;295;p28"/>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296" name="Google Shape;296;p28"/>
          <p:cNvSpPr txBox="1">
            <a:spLocks noGrp="1"/>
          </p:cNvSpPr>
          <p:nvPr>
            <p:ph type="title"/>
          </p:nvPr>
        </p:nvSpPr>
        <p:spPr>
          <a:xfrm>
            <a:off x="228600" y="369300"/>
            <a:ext cx="6480300" cy="587700"/>
          </a:xfrm>
          <a:prstGeom prst="rect">
            <a:avLst/>
          </a:prstGeom>
        </p:spPr>
        <p:txBody>
          <a:bodyPr spcFirstLastPara="1" wrap="square" lIns="0" tIns="91425" rIns="91425" bIns="91425" anchor="t" anchorCtr="0">
            <a:spAutoFit/>
          </a:bodyPr>
          <a:lstStyle>
            <a:lvl1pPr lvl="0">
              <a:lnSpc>
                <a:spcPct val="90000"/>
              </a:lnSpc>
              <a:spcBef>
                <a:spcPts val="0"/>
              </a:spcBef>
              <a:spcAft>
                <a:spcPts val="0"/>
              </a:spcAft>
              <a:buNone/>
              <a:defRPr sz="3400"/>
            </a:lvl1pPr>
            <a:lvl2pPr lvl="1">
              <a:lnSpc>
                <a:spcPct val="115000"/>
              </a:lnSpc>
              <a:spcBef>
                <a:spcPts val="0"/>
              </a:spcBef>
              <a:spcAft>
                <a:spcPts val="0"/>
              </a:spcAft>
              <a:buNone/>
              <a:defRPr sz="3400"/>
            </a:lvl2pPr>
            <a:lvl3pPr lvl="2">
              <a:lnSpc>
                <a:spcPct val="115000"/>
              </a:lnSpc>
              <a:spcBef>
                <a:spcPts val="0"/>
              </a:spcBef>
              <a:spcAft>
                <a:spcPts val="0"/>
              </a:spcAft>
              <a:buNone/>
              <a:defRPr sz="3400"/>
            </a:lvl3pPr>
            <a:lvl4pPr lvl="3">
              <a:lnSpc>
                <a:spcPct val="115000"/>
              </a:lnSpc>
              <a:spcBef>
                <a:spcPts val="0"/>
              </a:spcBef>
              <a:spcAft>
                <a:spcPts val="0"/>
              </a:spcAft>
              <a:buNone/>
              <a:defRPr sz="3400"/>
            </a:lvl4pPr>
            <a:lvl5pPr lvl="4">
              <a:lnSpc>
                <a:spcPct val="115000"/>
              </a:lnSpc>
              <a:spcBef>
                <a:spcPts val="0"/>
              </a:spcBef>
              <a:spcAft>
                <a:spcPts val="0"/>
              </a:spcAft>
              <a:buNone/>
              <a:defRPr sz="3400"/>
            </a:lvl5pPr>
            <a:lvl6pPr lvl="5">
              <a:lnSpc>
                <a:spcPct val="115000"/>
              </a:lnSpc>
              <a:spcBef>
                <a:spcPts val="0"/>
              </a:spcBef>
              <a:spcAft>
                <a:spcPts val="0"/>
              </a:spcAft>
              <a:buNone/>
              <a:defRPr sz="3400"/>
            </a:lvl6pPr>
            <a:lvl7pPr lvl="6">
              <a:lnSpc>
                <a:spcPct val="115000"/>
              </a:lnSpc>
              <a:spcBef>
                <a:spcPts val="0"/>
              </a:spcBef>
              <a:spcAft>
                <a:spcPts val="0"/>
              </a:spcAft>
              <a:buNone/>
              <a:defRPr sz="3400"/>
            </a:lvl7pPr>
            <a:lvl8pPr lvl="7">
              <a:lnSpc>
                <a:spcPct val="115000"/>
              </a:lnSpc>
              <a:spcBef>
                <a:spcPts val="0"/>
              </a:spcBef>
              <a:spcAft>
                <a:spcPts val="0"/>
              </a:spcAft>
              <a:buNone/>
              <a:defRPr sz="3400"/>
            </a:lvl8pPr>
            <a:lvl9pPr lvl="8">
              <a:lnSpc>
                <a:spcPct val="115000"/>
              </a:lnSpc>
              <a:spcBef>
                <a:spcPts val="0"/>
              </a:spcBef>
              <a:spcAft>
                <a:spcPts val="0"/>
              </a:spcAft>
              <a:buNone/>
              <a:defRPr sz="3400"/>
            </a:lvl9pPr>
          </a:lstStyle>
          <a:p>
            <a:endParaRPr/>
          </a:p>
        </p:txBody>
      </p:sp>
      <p:sp>
        <p:nvSpPr>
          <p:cNvPr id="297" name="Google Shape;297;p28"/>
          <p:cNvSpPr>
            <a:spLocks noGrp="1"/>
          </p:cNvSpPr>
          <p:nvPr>
            <p:ph type="pic" idx="5"/>
          </p:nvPr>
        </p:nvSpPr>
        <p:spPr>
          <a:xfrm>
            <a:off x="3795900" y="2682425"/>
            <a:ext cx="1458300" cy="1458300"/>
          </a:xfrm>
          <a:prstGeom prst="ellipse">
            <a:avLst/>
          </a:prstGeom>
          <a:noFill/>
          <a:ln w="9525" cap="flat" cmpd="sng">
            <a:solidFill>
              <a:schemeClr val="accent3"/>
            </a:solidFill>
            <a:prstDash val="solid"/>
            <a:round/>
            <a:headEnd type="none" w="sm" len="sm"/>
            <a:tailEnd type="none" w="sm" len="sm"/>
          </a:ln>
        </p:spPr>
      </p:sp>
      <p:sp>
        <p:nvSpPr>
          <p:cNvPr id="298" name="Google Shape;298;p28"/>
          <p:cNvSpPr txBox="1">
            <a:spLocks noGrp="1"/>
          </p:cNvSpPr>
          <p:nvPr>
            <p:ph type="body" idx="6"/>
          </p:nvPr>
        </p:nvSpPr>
        <p:spPr>
          <a:xfrm>
            <a:off x="5871500" y="2468775"/>
            <a:ext cx="2864700" cy="676500"/>
          </a:xfrm>
          <a:prstGeom prst="rect">
            <a:avLst/>
          </a:prstGeom>
        </p:spPr>
        <p:txBody>
          <a:bodyPr spcFirstLastPara="1" wrap="square" lIns="0" tIns="0" rIns="91425" bIns="91425" anchor="t" anchorCtr="0">
            <a:noAutofit/>
          </a:bodyPr>
          <a:lstStyle>
            <a:lvl1pPr marL="457200" lvl="0" indent="-292100">
              <a:spcBef>
                <a:spcPts val="0"/>
              </a:spcBef>
              <a:spcAft>
                <a:spcPts val="0"/>
              </a:spcAft>
              <a:buClr>
                <a:schemeClr val="dk2"/>
              </a:buClr>
              <a:buSzPts val="1000"/>
              <a:buFont typeface="Urbanist"/>
              <a:buChar char="●"/>
              <a:defRPr sz="1000">
                <a:solidFill>
                  <a:schemeClr val="dk2"/>
                </a:solidFill>
              </a:defRPr>
            </a:lvl1pPr>
            <a:lvl2pPr marL="914400" lvl="1" indent="-292100">
              <a:spcBef>
                <a:spcPts val="0"/>
              </a:spcBef>
              <a:spcAft>
                <a:spcPts val="0"/>
              </a:spcAft>
              <a:buClr>
                <a:schemeClr val="dk2"/>
              </a:buClr>
              <a:buSzPts val="1000"/>
              <a:buFont typeface="Urbanist"/>
              <a:buChar char="○"/>
              <a:defRPr sz="1000">
                <a:solidFill>
                  <a:schemeClr val="dk2"/>
                </a:solidFill>
              </a:defRPr>
            </a:lvl2pPr>
            <a:lvl3pPr marL="1371600" lvl="2" indent="-292100">
              <a:spcBef>
                <a:spcPts val="0"/>
              </a:spcBef>
              <a:spcAft>
                <a:spcPts val="0"/>
              </a:spcAft>
              <a:buClr>
                <a:schemeClr val="dk2"/>
              </a:buClr>
              <a:buSzPts val="1000"/>
              <a:buFont typeface="Urbanist"/>
              <a:buChar char="■"/>
              <a:defRPr sz="1000">
                <a:solidFill>
                  <a:schemeClr val="dk2"/>
                </a:solidFill>
              </a:defRPr>
            </a:lvl3pPr>
            <a:lvl4pPr marL="1828800" lvl="3" indent="-292100">
              <a:spcBef>
                <a:spcPts val="0"/>
              </a:spcBef>
              <a:spcAft>
                <a:spcPts val="0"/>
              </a:spcAft>
              <a:buClr>
                <a:schemeClr val="dk2"/>
              </a:buClr>
              <a:buSzPts val="1000"/>
              <a:buFont typeface="Urbanist"/>
              <a:buChar char="●"/>
              <a:defRPr sz="1000">
                <a:solidFill>
                  <a:schemeClr val="dk2"/>
                </a:solidFill>
              </a:defRPr>
            </a:lvl4pPr>
            <a:lvl5pPr marL="2286000" lvl="4" indent="-292100">
              <a:spcBef>
                <a:spcPts val="0"/>
              </a:spcBef>
              <a:spcAft>
                <a:spcPts val="0"/>
              </a:spcAft>
              <a:buClr>
                <a:schemeClr val="dk2"/>
              </a:buClr>
              <a:buSzPts val="1000"/>
              <a:buFont typeface="Urbanist"/>
              <a:buChar char="○"/>
              <a:defRPr sz="1000">
                <a:solidFill>
                  <a:schemeClr val="dk2"/>
                </a:solidFill>
              </a:defRPr>
            </a:lvl5pPr>
            <a:lvl6pPr marL="2743200" lvl="5" indent="-292100">
              <a:spcBef>
                <a:spcPts val="0"/>
              </a:spcBef>
              <a:spcAft>
                <a:spcPts val="0"/>
              </a:spcAft>
              <a:buClr>
                <a:schemeClr val="dk2"/>
              </a:buClr>
              <a:buSzPts val="1000"/>
              <a:buFont typeface="Urbanist"/>
              <a:buChar char="■"/>
              <a:defRPr sz="1000">
                <a:solidFill>
                  <a:schemeClr val="dk2"/>
                </a:solidFill>
              </a:defRPr>
            </a:lvl6pPr>
            <a:lvl7pPr marL="3200400" lvl="6" indent="-292100">
              <a:spcBef>
                <a:spcPts val="0"/>
              </a:spcBef>
              <a:spcAft>
                <a:spcPts val="0"/>
              </a:spcAft>
              <a:buClr>
                <a:schemeClr val="dk2"/>
              </a:buClr>
              <a:buSzPts val="1000"/>
              <a:buFont typeface="Urbanist"/>
              <a:buChar char="●"/>
              <a:defRPr sz="1000">
                <a:solidFill>
                  <a:schemeClr val="dk2"/>
                </a:solidFill>
              </a:defRPr>
            </a:lvl7pPr>
            <a:lvl8pPr marL="3657600" lvl="7" indent="-292100">
              <a:spcBef>
                <a:spcPts val="0"/>
              </a:spcBef>
              <a:spcAft>
                <a:spcPts val="0"/>
              </a:spcAft>
              <a:buClr>
                <a:schemeClr val="dk2"/>
              </a:buClr>
              <a:buSzPts val="1000"/>
              <a:buFont typeface="Urbanist"/>
              <a:buChar char="○"/>
              <a:defRPr sz="1000">
                <a:solidFill>
                  <a:schemeClr val="dk2"/>
                </a:solidFill>
              </a:defRPr>
            </a:lvl8pPr>
            <a:lvl9pPr marL="4114800" lvl="8" indent="-292100">
              <a:spcBef>
                <a:spcPts val="0"/>
              </a:spcBef>
              <a:spcAft>
                <a:spcPts val="0"/>
              </a:spcAft>
              <a:buClr>
                <a:schemeClr val="dk2"/>
              </a:buClr>
              <a:buSzPts val="1000"/>
              <a:buFont typeface="Urbanist"/>
              <a:buChar char="■"/>
              <a:defRPr sz="1000">
                <a:solidFill>
                  <a:schemeClr val="dk2"/>
                </a:solidFill>
              </a:defRPr>
            </a:lvl9pPr>
          </a:lstStyle>
          <a:p>
            <a:endParaRPr/>
          </a:p>
        </p:txBody>
      </p:sp>
      <p:sp>
        <p:nvSpPr>
          <p:cNvPr id="299" name="Google Shape;299;p28"/>
          <p:cNvSpPr txBox="1">
            <a:spLocks noGrp="1"/>
          </p:cNvSpPr>
          <p:nvPr>
            <p:ph type="body" idx="7"/>
          </p:nvPr>
        </p:nvSpPr>
        <p:spPr>
          <a:xfrm>
            <a:off x="5871500" y="3553025"/>
            <a:ext cx="2864700" cy="696000"/>
          </a:xfrm>
          <a:prstGeom prst="rect">
            <a:avLst/>
          </a:prstGeom>
        </p:spPr>
        <p:txBody>
          <a:bodyPr spcFirstLastPara="1" wrap="square" lIns="0" tIns="0" rIns="91425" bIns="91425" anchor="t" anchorCtr="0">
            <a:spAutoFit/>
          </a:bodyPr>
          <a:lstStyle>
            <a:lvl1pPr marL="457200" lvl="0" indent="-304800">
              <a:lnSpc>
                <a:spcPct val="100000"/>
              </a:lnSpc>
              <a:spcBef>
                <a:spcPts val="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1pPr>
            <a:lvl2pPr marL="914400" lvl="1"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2pPr>
            <a:lvl3pPr marL="1371600" lvl="2"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3pPr>
            <a:lvl4pPr marL="1828800" lvl="3"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4pPr>
            <a:lvl5pPr marL="2286000" lvl="4"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5pPr>
            <a:lvl6pPr marL="2743200" lvl="5"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6pPr>
            <a:lvl7pPr marL="3200400" lvl="6"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7pPr>
            <a:lvl8pPr marL="3657600" lvl="7" indent="-304800">
              <a:lnSpc>
                <a:spcPct val="100000"/>
              </a:lnSpc>
              <a:spcBef>
                <a:spcPts val="800"/>
              </a:spcBef>
              <a:spcAft>
                <a:spcPts val="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8pPr>
            <a:lvl9pPr marL="4114800" lvl="8" indent="-304800">
              <a:lnSpc>
                <a:spcPct val="100000"/>
              </a:lnSpc>
              <a:spcBef>
                <a:spcPts val="800"/>
              </a:spcBef>
              <a:spcAft>
                <a:spcPts val="800"/>
              </a:spcAft>
              <a:buClr>
                <a:schemeClr val="accent3"/>
              </a:buClr>
              <a:buSzPts val="1200"/>
              <a:buFont typeface="Urbanist Medium"/>
              <a:buChar char="■"/>
              <a:defRPr>
                <a:solidFill>
                  <a:schemeClr val="accent3"/>
                </a:solidFill>
                <a:latin typeface="Urbanist Medium"/>
                <a:ea typeface="Urbanist Medium"/>
                <a:cs typeface="Urbanist Medium"/>
                <a:sym typeface="Urbanist Medium"/>
              </a:defRPr>
            </a:lvl9pPr>
          </a:lstStyle>
          <a:p>
            <a:endParaRPr/>
          </a:p>
        </p:txBody>
      </p:sp>
      <p:sp>
        <p:nvSpPr>
          <p:cNvPr id="300" name="Google Shape;300;p28"/>
          <p:cNvSpPr txBox="1">
            <a:spLocks noGrp="1"/>
          </p:cNvSpPr>
          <p:nvPr>
            <p:ph type="subTitle" idx="8"/>
          </p:nvPr>
        </p:nvSpPr>
        <p:spPr>
          <a:xfrm>
            <a:off x="238800" y="2720113"/>
            <a:ext cx="2824500" cy="1458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1pPr>
            <a:lvl2pPr lvl="1">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2pPr>
            <a:lvl3pPr lvl="2">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3pPr>
            <a:lvl4pPr lvl="3">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4pPr>
            <a:lvl5pPr lvl="4">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5pPr>
            <a:lvl6pPr lvl="5">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6pPr>
            <a:lvl7pPr lvl="6">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7pPr>
            <a:lvl8pPr lvl="7">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8pPr>
            <a:lvl9pPr lvl="8">
              <a:spcBef>
                <a:spcPts val="0"/>
              </a:spcBef>
              <a:spcAft>
                <a:spcPts val="0"/>
              </a:spcAft>
              <a:buClr>
                <a:schemeClr val="accent3"/>
              </a:buClr>
              <a:buSzPts val="1800"/>
              <a:buFont typeface="Urbanist Medium"/>
              <a:buNone/>
              <a:defRPr sz="1800">
                <a:solidFill>
                  <a:schemeClr val="accent3"/>
                </a:solidFill>
                <a:latin typeface="Urbanist Medium"/>
                <a:ea typeface="Urbanist Medium"/>
                <a:cs typeface="Urbanist Medium"/>
                <a:sym typeface="Urbanist Medium"/>
              </a:defRPr>
            </a:lvl9pPr>
          </a:lstStyle>
          <a:p>
            <a:endParaRPr/>
          </a:p>
        </p:txBody>
      </p:sp>
      <p:sp>
        <p:nvSpPr>
          <p:cNvPr id="301" name="Google Shape;301;p28"/>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02" name="Google Shape;302;p28"/>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Graphics">
  <p:cSld name="CUSTOM_2">
    <p:spTree>
      <p:nvGrpSpPr>
        <p:cNvPr id="1" name="Shape 303"/>
        <p:cNvGrpSpPr/>
        <p:nvPr/>
      </p:nvGrpSpPr>
      <p:grpSpPr>
        <a:xfrm>
          <a:off x="0" y="0"/>
          <a:ext cx="0" cy="0"/>
          <a:chOff x="0" y="0"/>
          <a:chExt cx="0" cy="0"/>
        </a:xfrm>
      </p:grpSpPr>
      <p:sp>
        <p:nvSpPr>
          <p:cNvPr id="304" name="Google Shape;304;p29"/>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05" name="Google Shape;305;p29"/>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06" name="Google Shape;306;p29"/>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307" name="Google Shape;307;p29"/>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308" name="Google Shape;308;p29"/>
          <p:cNvSpPr/>
          <p:nvPr/>
        </p:nvSpPr>
        <p:spPr>
          <a:xfrm>
            <a:off x="228600" y="1395962"/>
            <a:ext cx="2101200" cy="3054000"/>
          </a:xfrm>
          <a:prstGeom prst="roundRect">
            <a:avLst>
              <a:gd name="adj" fmla="val 9631"/>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09" name="Google Shape;309;p29"/>
          <p:cNvSpPr/>
          <p:nvPr/>
        </p:nvSpPr>
        <p:spPr>
          <a:xfrm>
            <a:off x="2423700" y="1395962"/>
            <a:ext cx="3198600" cy="3054000"/>
          </a:xfrm>
          <a:prstGeom prst="roundRect">
            <a:avLst>
              <a:gd name="adj" fmla="val 674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10" name="Google Shape;310;p29"/>
          <p:cNvSpPr/>
          <p:nvPr/>
        </p:nvSpPr>
        <p:spPr>
          <a:xfrm>
            <a:off x="5716850" y="1395962"/>
            <a:ext cx="3198600" cy="1758300"/>
          </a:xfrm>
          <a:prstGeom prst="roundRect">
            <a:avLst>
              <a:gd name="adj" fmla="val 9631"/>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11" name="Google Shape;311;p29"/>
          <p:cNvSpPr/>
          <p:nvPr/>
        </p:nvSpPr>
        <p:spPr>
          <a:xfrm>
            <a:off x="5716200" y="3231390"/>
            <a:ext cx="3198600" cy="1217400"/>
          </a:xfrm>
          <a:prstGeom prst="roundRect">
            <a:avLst>
              <a:gd name="adj" fmla="val 1360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12" name="Google Shape;312;p29"/>
          <p:cNvSpPr>
            <a:spLocks noGrp="1"/>
          </p:cNvSpPr>
          <p:nvPr>
            <p:ph type="pic" idx="4"/>
          </p:nvPr>
        </p:nvSpPr>
        <p:spPr>
          <a:xfrm>
            <a:off x="381950" y="993050"/>
            <a:ext cx="850500" cy="850500"/>
          </a:xfrm>
          <a:prstGeom prst="ellipse">
            <a:avLst/>
          </a:prstGeom>
          <a:noFill/>
          <a:ln w="9525" cap="flat" cmpd="sng">
            <a:solidFill>
              <a:schemeClr val="accent3"/>
            </a:solidFill>
            <a:prstDash val="solid"/>
            <a:round/>
            <a:headEnd type="none" w="sm" len="sm"/>
            <a:tailEnd type="none" w="sm" len="sm"/>
          </a:ln>
        </p:spPr>
      </p:sp>
      <p:sp>
        <p:nvSpPr>
          <p:cNvPr id="313" name="Google Shape;313;p29"/>
          <p:cNvSpPr txBox="1">
            <a:spLocks noGrp="1"/>
          </p:cNvSpPr>
          <p:nvPr>
            <p:ph type="subTitle" idx="5"/>
          </p:nvPr>
        </p:nvSpPr>
        <p:spPr>
          <a:xfrm>
            <a:off x="381950" y="2062875"/>
            <a:ext cx="1786500" cy="236400"/>
          </a:xfrm>
          <a:prstGeom prst="rect">
            <a:avLst/>
          </a:prstGeom>
        </p:spPr>
        <p:txBody>
          <a:bodyPr spcFirstLastPara="1" wrap="square" lIns="0" tIns="0" rIns="0" bIns="0" anchor="t" anchorCtr="0">
            <a:noAutofit/>
          </a:bodyPr>
          <a:lstStyle>
            <a:lvl1pPr lvl="0">
              <a:spcBef>
                <a:spcPts val="0"/>
              </a:spcBef>
              <a:spcAft>
                <a:spcPts val="0"/>
              </a:spcAft>
              <a:buClr>
                <a:schemeClr val="dk1"/>
              </a:buClr>
              <a:buSzPts val="1200"/>
              <a:buFont typeface="Urbanist"/>
              <a:buNone/>
              <a:defRPr sz="1200" b="1">
                <a:solidFill>
                  <a:schemeClr val="dk1"/>
                </a:solidFill>
              </a:defRPr>
            </a:lvl1pPr>
            <a:lvl2pPr lvl="1">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2pPr>
            <a:lvl3pPr lvl="2">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3pPr>
            <a:lvl4pPr lvl="3">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4pPr>
            <a:lvl5pPr lvl="4">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5pPr>
            <a:lvl6pPr lvl="5">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6pPr>
            <a:lvl7pPr lvl="6">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7pPr>
            <a:lvl8pPr lvl="7">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8pPr>
            <a:lvl9pPr lvl="8">
              <a:spcBef>
                <a:spcPts val="0"/>
              </a:spcBef>
              <a:spcAft>
                <a:spcPts val="0"/>
              </a:spcAft>
              <a:buClr>
                <a:schemeClr val="dk1"/>
              </a:buClr>
              <a:buSzPts val="1400"/>
              <a:buFont typeface="Urbanist"/>
              <a:buNone/>
              <a:defRPr>
                <a:solidFill>
                  <a:schemeClr val="dk1"/>
                </a:solidFill>
                <a:latin typeface="Urbanist"/>
                <a:ea typeface="Urbanist"/>
                <a:cs typeface="Urbanist"/>
                <a:sym typeface="Urbanist"/>
              </a:defRPr>
            </a:lvl9pPr>
          </a:lstStyle>
          <a:p>
            <a:endParaRPr/>
          </a:p>
        </p:txBody>
      </p:sp>
      <p:sp>
        <p:nvSpPr>
          <p:cNvPr id="314" name="Google Shape;314;p29"/>
          <p:cNvSpPr txBox="1">
            <a:spLocks noGrp="1"/>
          </p:cNvSpPr>
          <p:nvPr>
            <p:ph type="body" idx="6"/>
          </p:nvPr>
        </p:nvSpPr>
        <p:spPr>
          <a:xfrm>
            <a:off x="381950" y="2453500"/>
            <a:ext cx="1786500" cy="15363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dk1"/>
              </a:buClr>
              <a:buSzPts val="1000"/>
              <a:buFont typeface="Urbanist"/>
              <a:buChar char="●"/>
              <a:defRPr sz="1000">
                <a:solidFill>
                  <a:schemeClr val="dk1"/>
                </a:solidFill>
              </a:defRPr>
            </a:lvl1pPr>
            <a:lvl2pPr marL="914400" lvl="1" indent="-292100">
              <a:spcBef>
                <a:spcPts val="0"/>
              </a:spcBef>
              <a:spcAft>
                <a:spcPts val="0"/>
              </a:spcAft>
              <a:buClr>
                <a:schemeClr val="dk1"/>
              </a:buClr>
              <a:buSzPts val="1000"/>
              <a:buFont typeface="Urbanist"/>
              <a:buChar char="○"/>
              <a:defRPr sz="1000">
                <a:solidFill>
                  <a:schemeClr val="dk1"/>
                </a:solidFill>
              </a:defRPr>
            </a:lvl2pPr>
            <a:lvl3pPr marL="1371600" lvl="2" indent="-292100">
              <a:spcBef>
                <a:spcPts val="0"/>
              </a:spcBef>
              <a:spcAft>
                <a:spcPts val="0"/>
              </a:spcAft>
              <a:buClr>
                <a:schemeClr val="dk1"/>
              </a:buClr>
              <a:buSzPts val="1000"/>
              <a:buFont typeface="Urbanist"/>
              <a:buChar char="■"/>
              <a:defRPr sz="1000">
                <a:solidFill>
                  <a:schemeClr val="dk1"/>
                </a:solidFill>
              </a:defRPr>
            </a:lvl3pPr>
            <a:lvl4pPr marL="1828800" lvl="3" indent="-292100">
              <a:spcBef>
                <a:spcPts val="0"/>
              </a:spcBef>
              <a:spcAft>
                <a:spcPts val="0"/>
              </a:spcAft>
              <a:buClr>
                <a:schemeClr val="dk1"/>
              </a:buClr>
              <a:buSzPts val="1000"/>
              <a:buFont typeface="Urbanist"/>
              <a:buChar char="●"/>
              <a:defRPr sz="1000">
                <a:solidFill>
                  <a:schemeClr val="dk1"/>
                </a:solidFill>
              </a:defRPr>
            </a:lvl4pPr>
            <a:lvl5pPr marL="2286000" lvl="4" indent="-292100">
              <a:spcBef>
                <a:spcPts val="0"/>
              </a:spcBef>
              <a:spcAft>
                <a:spcPts val="0"/>
              </a:spcAft>
              <a:buClr>
                <a:schemeClr val="dk1"/>
              </a:buClr>
              <a:buSzPts val="1000"/>
              <a:buFont typeface="Urbanist"/>
              <a:buChar char="○"/>
              <a:defRPr sz="1000">
                <a:solidFill>
                  <a:schemeClr val="dk1"/>
                </a:solidFill>
              </a:defRPr>
            </a:lvl5pPr>
            <a:lvl6pPr marL="2743200" lvl="5" indent="-292100">
              <a:spcBef>
                <a:spcPts val="0"/>
              </a:spcBef>
              <a:spcAft>
                <a:spcPts val="0"/>
              </a:spcAft>
              <a:buClr>
                <a:schemeClr val="dk1"/>
              </a:buClr>
              <a:buSzPts val="1000"/>
              <a:buFont typeface="Urbanist"/>
              <a:buChar char="■"/>
              <a:defRPr sz="1000">
                <a:solidFill>
                  <a:schemeClr val="dk1"/>
                </a:solidFill>
              </a:defRPr>
            </a:lvl6pPr>
            <a:lvl7pPr marL="3200400" lvl="6" indent="-292100">
              <a:spcBef>
                <a:spcPts val="0"/>
              </a:spcBef>
              <a:spcAft>
                <a:spcPts val="0"/>
              </a:spcAft>
              <a:buClr>
                <a:schemeClr val="dk1"/>
              </a:buClr>
              <a:buSzPts val="1000"/>
              <a:buFont typeface="Urbanist"/>
              <a:buChar char="●"/>
              <a:defRPr sz="1000">
                <a:solidFill>
                  <a:schemeClr val="dk1"/>
                </a:solidFill>
              </a:defRPr>
            </a:lvl7pPr>
            <a:lvl8pPr marL="3657600" lvl="7" indent="-292100">
              <a:spcBef>
                <a:spcPts val="0"/>
              </a:spcBef>
              <a:spcAft>
                <a:spcPts val="0"/>
              </a:spcAft>
              <a:buClr>
                <a:schemeClr val="dk1"/>
              </a:buClr>
              <a:buSzPts val="1000"/>
              <a:buFont typeface="Urbanist"/>
              <a:buChar char="○"/>
              <a:defRPr sz="1000">
                <a:solidFill>
                  <a:schemeClr val="dk1"/>
                </a:solidFill>
              </a:defRPr>
            </a:lvl8pPr>
            <a:lvl9pPr marL="4114800" lvl="8" indent="-292100">
              <a:spcBef>
                <a:spcPts val="0"/>
              </a:spcBef>
              <a:spcAft>
                <a:spcPts val="0"/>
              </a:spcAft>
              <a:buClr>
                <a:schemeClr val="dk1"/>
              </a:buClr>
              <a:buSzPts val="1000"/>
              <a:buFont typeface="Urbanist"/>
              <a:buChar char="■"/>
              <a:defRPr sz="1000">
                <a:solidFill>
                  <a:schemeClr val="dk1"/>
                </a:solidFill>
              </a:defRPr>
            </a:lvl9pPr>
          </a:lstStyle>
          <a:p>
            <a:endParaRPr/>
          </a:p>
        </p:txBody>
      </p:sp>
      <p:sp>
        <p:nvSpPr>
          <p:cNvPr id="315" name="Google Shape;315;p29"/>
          <p:cNvSpPr txBox="1">
            <a:spLocks noGrp="1"/>
          </p:cNvSpPr>
          <p:nvPr>
            <p:ph type="subTitle" idx="7"/>
          </p:nvPr>
        </p:nvSpPr>
        <p:spPr>
          <a:xfrm>
            <a:off x="2580250" y="1528150"/>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316" name="Google Shape;316;p29"/>
          <p:cNvSpPr txBox="1">
            <a:spLocks noGrp="1"/>
          </p:cNvSpPr>
          <p:nvPr>
            <p:ph type="body" idx="8"/>
          </p:nvPr>
        </p:nvSpPr>
        <p:spPr>
          <a:xfrm>
            <a:off x="2580250" y="1791652"/>
            <a:ext cx="2911500" cy="610500"/>
          </a:xfrm>
          <a:prstGeom prst="rect">
            <a:avLst/>
          </a:prstGeom>
        </p:spPr>
        <p:txBody>
          <a:bodyPr spcFirstLastPara="1" wrap="square" lIns="0" tIns="0" rIns="0" bIns="0" anchor="t" anchorCtr="0">
            <a:no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800"/>
              </a:spcBef>
              <a:spcAft>
                <a:spcPts val="0"/>
              </a:spcAft>
              <a:buSzPts val="1000"/>
              <a:buChar char="○"/>
              <a:defRPr sz="1000"/>
            </a:lvl2pPr>
            <a:lvl3pPr marL="1371600" lvl="2" indent="-292100">
              <a:lnSpc>
                <a:spcPct val="100000"/>
              </a:lnSpc>
              <a:spcBef>
                <a:spcPts val="800"/>
              </a:spcBef>
              <a:spcAft>
                <a:spcPts val="0"/>
              </a:spcAft>
              <a:buSzPts val="1000"/>
              <a:buChar char="■"/>
              <a:defRPr sz="1000"/>
            </a:lvl3pPr>
            <a:lvl4pPr marL="1828800" lvl="3" indent="-292100">
              <a:lnSpc>
                <a:spcPct val="100000"/>
              </a:lnSpc>
              <a:spcBef>
                <a:spcPts val="800"/>
              </a:spcBef>
              <a:spcAft>
                <a:spcPts val="0"/>
              </a:spcAft>
              <a:buSzPts val="1000"/>
              <a:buChar char="●"/>
              <a:defRPr sz="1000"/>
            </a:lvl4pPr>
            <a:lvl5pPr marL="2286000" lvl="4" indent="-292100">
              <a:lnSpc>
                <a:spcPct val="100000"/>
              </a:lnSpc>
              <a:spcBef>
                <a:spcPts val="800"/>
              </a:spcBef>
              <a:spcAft>
                <a:spcPts val="0"/>
              </a:spcAft>
              <a:buSzPts val="1000"/>
              <a:buChar char="○"/>
              <a:defRPr sz="1000"/>
            </a:lvl5pPr>
            <a:lvl6pPr marL="2743200" lvl="5" indent="-292100">
              <a:lnSpc>
                <a:spcPct val="100000"/>
              </a:lnSpc>
              <a:spcBef>
                <a:spcPts val="800"/>
              </a:spcBef>
              <a:spcAft>
                <a:spcPts val="0"/>
              </a:spcAft>
              <a:buSzPts val="1000"/>
              <a:buChar char="■"/>
              <a:defRPr sz="1000"/>
            </a:lvl6pPr>
            <a:lvl7pPr marL="3200400" lvl="6" indent="-292100">
              <a:lnSpc>
                <a:spcPct val="100000"/>
              </a:lnSpc>
              <a:spcBef>
                <a:spcPts val="800"/>
              </a:spcBef>
              <a:spcAft>
                <a:spcPts val="0"/>
              </a:spcAft>
              <a:buSzPts val="1000"/>
              <a:buChar char="●"/>
              <a:defRPr sz="1000"/>
            </a:lvl7pPr>
            <a:lvl8pPr marL="3657600" lvl="7" indent="-292100">
              <a:lnSpc>
                <a:spcPct val="100000"/>
              </a:lnSpc>
              <a:spcBef>
                <a:spcPts val="800"/>
              </a:spcBef>
              <a:spcAft>
                <a:spcPts val="0"/>
              </a:spcAft>
              <a:buSzPts val="1000"/>
              <a:buChar char="○"/>
              <a:defRPr sz="1000"/>
            </a:lvl8pPr>
            <a:lvl9pPr marL="4114800" lvl="8" indent="-292100">
              <a:lnSpc>
                <a:spcPct val="100000"/>
              </a:lnSpc>
              <a:spcBef>
                <a:spcPts val="800"/>
              </a:spcBef>
              <a:spcAft>
                <a:spcPts val="800"/>
              </a:spcAft>
              <a:buSzPts val="1000"/>
              <a:buChar char="■"/>
              <a:defRPr sz="1000"/>
            </a:lvl9pPr>
          </a:lstStyle>
          <a:p>
            <a:endParaRPr/>
          </a:p>
        </p:txBody>
      </p:sp>
      <p:cxnSp>
        <p:nvCxnSpPr>
          <p:cNvPr id="317" name="Google Shape;317;p29"/>
          <p:cNvCxnSpPr/>
          <p:nvPr/>
        </p:nvCxnSpPr>
        <p:spPr>
          <a:xfrm>
            <a:off x="2423700" y="2531312"/>
            <a:ext cx="3194400" cy="0"/>
          </a:xfrm>
          <a:prstGeom prst="straightConnector1">
            <a:avLst/>
          </a:prstGeom>
          <a:noFill/>
          <a:ln w="9525" cap="flat" cmpd="sng">
            <a:solidFill>
              <a:schemeClr val="dk1"/>
            </a:solidFill>
            <a:prstDash val="solid"/>
            <a:round/>
            <a:headEnd type="none" w="med" len="med"/>
            <a:tailEnd type="none" w="med" len="med"/>
          </a:ln>
        </p:spPr>
      </p:cxnSp>
      <p:cxnSp>
        <p:nvCxnSpPr>
          <p:cNvPr id="318" name="Google Shape;318;p29"/>
          <p:cNvCxnSpPr/>
          <p:nvPr/>
        </p:nvCxnSpPr>
        <p:spPr>
          <a:xfrm>
            <a:off x="2423700" y="3583537"/>
            <a:ext cx="3194400" cy="0"/>
          </a:xfrm>
          <a:prstGeom prst="straightConnector1">
            <a:avLst/>
          </a:prstGeom>
          <a:noFill/>
          <a:ln w="9525" cap="flat" cmpd="sng">
            <a:solidFill>
              <a:schemeClr val="dk1"/>
            </a:solidFill>
            <a:prstDash val="solid"/>
            <a:round/>
            <a:headEnd type="none" w="med" len="med"/>
            <a:tailEnd type="none" w="med" len="med"/>
          </a:ln>
        </p:spPr>
      </p:cxnSp>
      <p:sp>
        <p:nvSpPr>
          <p:cNvPr id="319" name="Google Shape;319;p29"/>
          <p:cNvSpPr txBox="1">
            <a:spLocks noGrp="1"/>
          </p:cNvSpPr>
          <p:nvPr>
            <p:ph type="subTitle" idx="9"/>
          </p:nvPr>
        </p:nvSpPr>
        <p:spPr>
          <a:xfrm>
            <a:off x="2580250" y="2660457"/>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320" name="Google Shape;320;p29"/>
          <p:cNvSpPr txBox="1">
            <a:spLocks noGrp="1"/>
          </p:cNvSpPr>
          <p:nvPr>
            <p:ph type="body" idx="13"/>
          </p:nvPr>
        </p:nvSpPr>
        <p:spPr>
          <a:xfrm>
            <a:off x="2580250" y="2931046"/>
            <a:ext cx="2911500" cy="6105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21" name="Google Shape;321;p29"/>
          <p:cNvSpPr/>
          <p:nvPr/>
        </p:nvSpPr>
        <p:spPr>
          <a:xfrm flipH="1">
            <a:off x="2600988" y="3992942"/>
            <a:ext cx="681000" cy="2736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None/>
            </a:pPr>
            <a:endParaRPr sz="800" b="1">
              <a:solidFill>
                <a:schemeClr val="dk1"/>
              </a:solidFill>
              <a:latin typeface="Urbanist"/>
              <a:ea typeface="Urbanist"/>
              <a:cs typeface="Urbanist"/>
              <a:sym typeface="Urbanist"/>
            </a:endParaRPr>
          </a:p>
        </p:txBody>
      </p:sp>
      <p:sp>
        <p:nvSpPr>
          <p:cNvPr id="322" name="Google Shape;322;p29"/>
          <p:cNvSpPr/>
          <p:nvPr/>
        </p:nvSpPr>
        <p:spPr>
          <a:xfrm flipH="1">
            <a:off x="3654625" y="3992942"/>
            <a:ext cx="681000" cy="2736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None/>
            </a:pPr>
            <a:endParaRPr sz="800" b="1">
              <a:solidFill>
                <a:schemeClr val="dk1"/>
              </a:solidFill>
              <a:latin typeface="Urbanist"/>
              <a:ea typeface="Urbanist"/>
              <a:cs typeface="Urbanist"/>
              <a:sym typeface="Urbanist"/>
            </a:endParaRPr>
          </a:p>
        </p:txBody>
      </p:sp>
      <p:sp>
        <p:nvSpPr>
          <p:cNvPr id="323" name="Google Shape;323;p29"/>
          <p:cNvSpPr/>
          <p:nvPr/>
        </p:nvSpPr>
        <p:spPr>
          <a:xfrm flipH="1">
            <a:off x="4602650" y="3992942"/>
            <a:ext cx="681000" cy="2736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None/>
            </a:pPr>
            <a:endParaRPr sz="800" b="1">
              <a:solidFill>
                <a:schemeClr val="dk1"/>
              </a:solidFill>
              <a:latin typeface="Urbanist"/>
              <a:ea typeface="Urbanist"/>
              <a:cs typeface="Urbanist"/>
              <a:sym typeface="Urbanist"/>
            </a:endParaRPr>
          </a:p>
        </p:txBody>
      </p:sp>
      <p:sp>
        <p:nvSpPr>
          <p:cNvPr id="324" name="Google Shape;324;p29"/>
          <p:cNvSpPr txBox="1">
            <a:spLocks noGrp="1"/>
          </p:cNvSpPr>
          <p:nvPr>
            <p:ph type="subTitle" idx="14"/>
          </p:nvPr>
        </p:nvSpPr>
        <p:spPr>
          <a:xfrm>
            <a:off x="2567250" y="3671882"/>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2pPr>
            <a:lvl3pPr lvl="2">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3pPr>
            <a:lvl4pPr lvl="3">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4pPr>
            <a:lvl5pPr lvl="4">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5pPr>
            <a:lvl6pPr lvl="5">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6pPr>
            <a:lvl7pPr lvl="6">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7pPr>
            <a:lvl8pPr lvl="7">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8pPr>
            <a:lvl9pPr lvl="8">
              <a:spcBef>
                <a:spcPts val="0"/>
              </a:spcBef>
              <a:spcAft>
                <a:spcPts val="0"/>
              </a:spcAft>
              <a:buClr>
                <a:schemeClr val="lt1"/>
              </a:buClr>
              <a:buSzPts val="1400"/>
              <a:buFont typeface="Urbanist"/>
              <a:buNone/>
              <a:defRPr>
                <a:solidFill>
                  <a:schemeClr val="lt1"/>
                </a:solidFill>
                <a:latin typeface="Urbanist"/>
                <a:ea typeface="Urbanist"/>
                <a:cs typeface="Urbanist"/>
                <a:sym typeface="Urbanist"/>
              </a:defRPr>
            </a:lvl9pPr>
          </a:lstStyle>
          <a:p>
            <a:endParaRPr/>
          </a:p>
        </p:txBody>
      </p:sp>
      <p:sp>
        <p:nvSpPr>
          <p:cNvPr id="325" name="Google Shape;325;p29"/>
          <p:cNvSpPr txBox="1">
            <a:spLocks noGrp="1"/>
          </p:cNvSpPr>
          <p:nvPr>
            <p:ph type="subTitle" idx="15"/>
          </p:nvPr>
        </p:nvSpPr>
        <p:spPr>
          <a:xfrm>
            <a:off x="5877425" y="1528157"/>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a:endParaRPr/>
          </a:p>
        </p:txBody>
      </p:sp>
      <p:sp>
        <p:nvSpPr>
          <p:cNvPr id="326" name="Google Shape;326;p29"/>
          <p:cNvSpPr txBox="1">
            <a:spLocks noGrp="1"/>
          </p:cNvSpPr>
          <p:nvPr>
            <p:ph type="subTitle" idx="16"/>
          </p:nvPr>
        </p:nvSpPr>
        <p:spPr>
          <a:xfrm>
            <a:off x="5877425" y="1781107"/>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800"/>
              <a:buFont typeface="Urbanist"/>
              <a:buNone/>
              <a:defRPr sz="800" b="1">
                <a:solidFill>
                  <a:schemeClr val="accent3"/>
                </a:solidFill>
              </a:defRPr>
            </a:lvl1pPr>
            <a:lvl2pPr lvl="1">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9pPr>
          </a:lstStyle>
          <a:p>
            <a:endParaRPr/>
          </a:p>
        </p:txBody>
      </p:sp>
      <p:sp>
        <p:nvSpPr>
          <p:cNvPr id="327" name="Google Shape;327;p29"/>
          <p:cNvSpPr txBox="1">
            <a:spLocks noGrp="1"/>
          </p:cNvSpPr>
          <p:nvPr>
            <p:ph type="subTitle" idx="17"/>
          </p:nvPr>
        </p:nvSpPr>
        <p:spPr>
          <a:xfrm>
            <a:off x="5877425" y="2219182"/>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800"/>
              <a:buFont typeface="Urbanist"/>
              <a:buNone/>
              <a:defRPr sz="800" b="1">
                <a:solidFill>
                  <a:schemeClr val="accent3"/>
                </a:solidFill>
              </a:defRPr>
            </a:lvl1pPr>
            <a:lvl2pPr lvl="1">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9pPr>
          </a:lstStyle>
          <a:p>
            <a:endParaRPr/>
          </a:p>
        </p:txBody>
      </p:sp>
      <p:sp>
        <p:nvSpPr>
          <p:cNvPr id="328" name="Google Shape;328;p29"/>
          <p:cNvSpPr txBox="1">
            <a:spLocks noGrp="1"/>
          </p:cNvSpPr>
          <p:nvPr>
            <p:ph type="subTitle" idx="18"/>
          </p:nvPr>
        </p:nvSpPr>
        <p:spPr>
          <a:xfrm>
            <a:off x="5877425" y="2657257"/>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accent3"/>
              </a:buClr>
              <a:buSzPts val="800"/>
              <a:buFont typeface="Urbanist"/>
              <a:buNone/>
              <a:defRPr sz="800" b="1">
                <a:solidFill>
                  <a:schemeClr val="accent3"/>
                </a:solidFill>
              </a:defRPr>
            </a:lvl1pPr>
            <a:lvl2pPr lvl="1">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2pPr>
            <a:lvl3pPr lvl="2">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3pPr>
            <a:lvl4pPr lvl="3">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4pPr>
            <a:lvl5pPr lvl="4">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5pPr>
            <a:lvl6pPr lvl="5">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6pPr>
            <a:lvl7pPr lvl="6">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7pPr>
            <a:lvl8pPr lvl="7">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8pPr>
            <a:lvl9pPr lvl="8">
              <a:spcBef>
                <a:spcPts val="0"/>
              </a:spcBef>
              <a:spcAft>
                <a:spcPts val="0"/>
              </a:spcAft>
              <a:buClr>
                <a:schemeClr val="accent3"/>
              </a:buClr>
              <a:buSzPts val="1200"/>
              <a:buFont typeface="Urbanist"/>
              <a:buNone/>
              <a:defRPr sz="1200" b="1">
                <a:solidFill>
                  <a:schemeClr val="accent3"/>
                </a:solidFill>
                <a:latin typeface="Urbanist"/>
                <a:ea typeface="Urbanist"/>
                <a:cs typeface="Urbanist"/>
                <a:sym typeface="Urbanist"/>
              </a:defRPr>
            </a:lvl9pPr>
          </a:lstStyle>
          <a:p>
            <a:endParaRPr/>
          </a:p>
        </p:txBody>
      </p:sp>
      <p:sp>
        <p:nvSpPr>
          <p:cNvPr id="329" name="Google Shape;329;p29"/>
          <p:cNvSpPr txBox="1">
            <a:spLocks noGrp="1"/>
          </p:cNvSpPr>
          <p:nvPr>
            <p:ph type="subTitle" idx="19"/>
          </p:nvPr>
        </p:nvSpPr>
        <p:spPr>
          <a:xfrm>
            <a:off x="5877425" y="3354932"/>
            <a:ext cx="2911500" cy="228600"/>
          </a:xfrm>
          <a:prstGeom prst="rect">
            <a:avLst/>
          </a:prstGeom>
        </p:spPr>
        <p:txBody>
          <a:bodyPr spcFirstLastPara="1" wrap="square" lIns="0" tIns="0" rIns="0" bIns="0" anchor="t" anchorCtr="0">
            <a:noAutofit/>
          </a:bodyPr>
          <a:lstStyle>
            <a:lvl1pPr lvl="0">
              <a:spcBef>
                <a:spcPts val="0"/>
              </a:spcBef>
              <a:spcAft>
                <a:spcPts val="0"/>
              </a:spcAft>
              <a:buClr>
                <a:schemeClr val="lt1"/>
              </a:buClr>
              <a:buSzPts val="1000"/>
              <a:buFont typeface="Urbanist"/>
              <a:buNone/>
              <a:defRPr sz="1000" b="1"/>
            </a:lvl1pPr>
            <a:lvl2pPr lvl="1">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2pPr>
            <a:lvl3pPr lvl="2">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3pPr>
            <a:lvl4pPr lvl="3">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4pPr>
            <a:lvl5pPr lvl="4">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5pPr>
            <a:lvl6pPr lvl="5">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6pPr>
            <a:lvl7pPr lvl="6">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7pPr>
            <a:lvl8pPr lvl="7">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8pPr>
            <a:lvl9pPr lvl="8">
              <a:spcBef>
                <a:spcPts val="0"/>
              </a:spcBef>
              <a:spcAft>
                <a:spcPts val="0"/>
              </a:spcAft>
              <a:buClr>
                <a:schemeClr val="lt1"/>
              </a:buClr>
              <a:buSzPts val="1000"/>
              <a:buFont typeface="Urbanist"/>
              <a:buNone/>
              <a:defRPr sz="1000">
                <a:solidFill>
                  <a:schemeClr val="lt1"/>
                </a:solidFill>
                <a:latin typeface="Urbanist"/>
                <a:ea typeface="Urbanist"/>
                <a:cs typeface="Urbanist"/>
                <a:sym typeface="Urbanist"/>
              </a:defRPr>
            </a:lvl9pPr>
          </a:lstStyle>
          <a:p>
            <a:endParaRPr/>
          </a:p>
        </p:txBody>
      </p:sp>
      <p:sp>
        <p:nvSpPr>
          <p:cNvPr id="330" name="Google Shape;330;p29"/>
          <p:cNvSpPr txBox="1">
            <a:spLocks noGrp="1"/>
          </p:cNvSpPr>
          <p:nvPr>
            <p:ph type="subTitle" idx="20"/>
          </p:nvPr>
        </p:nvSpPr>
        <p:spPr>
          <a:xfrm>
            <a:off x="228600" y="228600"/>
            <a:ext cx="2920800" cy="228600"/>
          </a:xfrm>
          <a:prstGeom prst="rect">
            <a:avLst/>
          </a:prstGeom>
        </p:spPr>
        <p:txBody>
          <a:bodyPr spcFirstLastPara="1" wrap="square" lIns="0" tIns="0" rIns="0" bIns="0" anchor="t" anchorCtr="0">
            <a:noAutofit/>
          </a:bodyPr>
          <a:lstStyle>
            <a:lvl1pPr lvl="0">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1200"/>
              <a:buFont typeface="Urbanist Medium"/>
              <a:buNone/>
              <a:defRPr sz="1200">
                <a:solidFill>
                  <a:schemeClr val="dk2"/>
                </a:solidFill>
                <a:latin typeface="Urbanist Medium"/>
                <a:ea typeface="Urbanist Medium"/>
                <a:cs typeface="Urbanist Medium"/>
                <a:sym typeface="Urbanist Medium"/>
              </a:defRPr>
            </a:lvl9pPr>
          </a:lstStyle>
          <a:p>
            <a:endParaRPr/>
          </a:p>
        </p:txBody>
      </p:sp>
      <p:sp>
        <p:nvSpPr>
          <p:cNvPr id="331" name="Google Shape;331;p29"/>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32" name="Google Shape;332;p29"/>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Milestones">
  <p:cSld name="CUSTOM_4">
    <p:spTree>
      <p:nvGrpSpPr>
        <p:cNvPr id="1" name="Shape 333"/>
        <p:cNvGrpSpPr/>
        <p:nvPr/>
      </p:nvGrpSpPr>
      <p:grpSpPr>
        <a:xfrm>
          <a:off x="0" y="0"/>
          <a:ext cx="0" cy="0"/>
          <a:chOff x="0" y="0"/>
          <a:chExt cx="0" cy="0"/>
        </a:xfrm>
      </p:grpSpPr>
      <p:sp>
        <p:nvSpPr>
          <p:cNvPr id="334" name="Google Shape;334;p30"/>
          <p:cNvSpPr txBox="1">
            <a:spLocks noGrp="1"/>
          </p:cNvSpPr>
          <p:nvPr>
            <p:ph type="body" idx="1"/>
          </p:nvPr>
        </p:nvSpPr>
        <p:spPr>
          <a:xfrm>
            <a:off x="2054000" y="2952175"/>
            <a:ext cx="1377600" cy="937800"/>
          </a:xfrm>
          <a:prstGeom prst="rect">
            <a:avLst/>
          </a:prstGeom>
        </p:spPr>
        <p:txBody>
          <a:bodyPr spcFirstLastPara="1" wrap="square" lIns="0" tIns="0" rIns="0" bIns="0" anchor="t" anchorCtr="0">
            <a:spAutoFit/>
          </a:bodyPr>
          <a:lstStyle>
            <a:lvl1pPr marL="457200" lvl="0" indent="-292100">
              <a:lnSpc>
                <a:spcPct val="100000"/>
              </a:lnSpc>
              <a:spcBef>
                <a:spcPts val="0"/>
              </a:spcBef>
              <a:spcAft>
                <a:spcPts val="0"/>
              </a:spcAft>
              <a:buSzPts val="1000"/>
              <a:buChar char="●"/>
              <a:defRPr sz="1000"/>
            </a:lvl1pPr>
            <a:lvl2pPr marL="914400" lvl="1" indent="-292100">
              <a:lnSpc>
                <a:spcPct val="100000"/>
              </a:lnSpc>
              <a:spcBef>
                <a:spcPts val="800"/>
              </a:spcBef>
              <a:spcAft>
                <a:spcPts val="0"/>
              </a:spcAft>
              <a:buSzPts val="1000"/>
              <a:buChar char="○"/>
              <a:defRPr sz="1000"/>
            </a:lvl2pPr>
            <a:lvl3pPr marL="1371600" lvl="2" indent="-292100">
              <a:lnSpc>
                <a:spcPct val="100000"/>
              </a:lnSpc>
              <a:spcBef>
                <a:spcPts val="800"/>
              </a:spcBef>
              <a:spcAft>
                <a:spcPts val="0"/>
              </a:spcAft>
              <a:buSzPts val="1000"/>
              <a:buChar char="■"/>
              <a:defRPr sz="1000"/>
            </a:lvl3pPr>
            <a:lvl4pPr marL="1828800" lvl="3" indent="-292100">
              <a:lnSpc>
                <a:spcPct val="100000"/>
              </a:lnSpc>
              <a:spcBef>
                <a:spcPts val="800"/>
              </a:spcBef>
              <a:spcAft>
                <a:spcPts val="0"/>
              </a:spcAft>
              <a:buSzPts val="1000"/>
              <a:buChar char="●"/>
              <a:defRPr sz="1000"/>
            </a:lvl4pPr>
            <a:lvl5pPr marL="2286000" lvl="4" indent="-292100">
              <a:lnSpc>
                <a:spcPct val="100000"/>
              </a:lnSpc>
              <a:spcBef>
                <a:spcPts val="800"/>
              </a:spcBef>
              <a:spcAft>
                <a:spcPts val="0"/>
              </a:spcAft>
              <a:buSzPts val="1000"/>
              <a:buChar char="○"/>
              <a:defRPr sz="1000"/>
            </a:lvl5pPr>
            <a:lvl6pPr marL="2743200" lvl="5" indent="-292100">
              <a:lnSpc>
                <a:spcPct val="100000"/>
              </a:lnSpc>
              <a:spcBef>
                <a:spcPts val="800"/>
              </a:spcBef>
              <a:spcAft>
                <a:spcPts val="0"/>
              </a:spcAft>
              <a:buSzPts val="1000"/>
              <a:buChar char="■"/>
              <a:defRPr sz="1000"/>
            </a:lvl6pPr>
            <a:lvl7pPr marL="3200400" lvl="6" indent="-292100">
              <a:lnSpc>
                <a:spcPct val="100000"/>
              </a:lnSpc>
              <a:spcBef>
                <a:spcPts val="800"/>
              </a:spcBef>
              <a:spcAft>
                <a:spcPts val="0"/>
              </a:spcAft>
              <a:buSzPts val="1000"/>
              <a:buChar char="●"/>
              <a:defRPr sz="1000"/>
            </a:lvl7pPr>
            <a:lvl8pPr marL="3657600" lvl="7" indent="-292100">
              <a:lnSpc>
                <a:spcPct val="100000"/>
              </a:lnSpc>
              <a:spcBef>
                <a:spcPts val="800"/>
              </a:spcBef>
              <a:spcAft>
                <a:spcPts val="0"/>
              </a:spcAft>
              <a:buSzPts val="1000"/>
              <a:buChar char="○"/>
              <a:defRPr sz="1000"/>
            </a:lvl8pPr>
            <a:lvl9pPr marL="4114800" lvl="8" indent="-292100">
              <a:lnSpc>
                <a:spcPct val="100000"/>
              </a:lnSpc>
              <a:spcBef>
                <a:spcPts val="800"/>
              </a:spcBef>
              <a:spcAft>
                <a:spcPts val="800"/>
              </a:spcAft>
              <a:buSzPts val="1000"/>
              <a:buChar char="■"/>
              <a:defRPr sz="1000"/>
            </a:lvl9pPr>
          </a:lstStyle>
          <a:p>
            <a:endParaRPr/>
          </a:p>
        </p:txBody>
      </p:sp>
      <p:sp>
        <p:nvSpPr>
          <p:cNvPr id="335" name="Google Shape;335;p30"/>
          <p:cNvSpPr txBox="1">
            <a:spLocks noGrp="1"/>
          </p:cNvSpPr>
          <p:nvPr>
            <p:ph type="body" idx="2"/>
          </p:nvPr>
        </p:nvSpPr>
        <p:spPr>
          <a:xfrm>
            <a:off x="246150" y="2952175"/>
            <a:ext cx="1458000" cy="8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36" name="Google Shape;336;p30"/>
          <p:cNvSpPr txBox="1">
            <a:spLocks noGrp="1"/>
          </p:cNvSpPr>
          <p:nvPr>
            <p:ph type="subTitle" idx="3"/>
          </p:nvPr>
        </p:nvSpPr>
        <p:spPr>
          <a:xfrm>
            <a:off x="3829950"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a:endParaRPr/>
          </a:p>
        </p:txBody>
      </p:sp>
      <p:sp>
        <p:nvSpPr>
          <p:cNvPr id="337" name="Google Shape;337;p30"/>
          <p:cNvSpPr txBox="1">
            <a:spLocks noGrp="1"/>
          </p:cNvSpPr>
          <p:nvPr>
            <p:ph type="body" idx="4"/>
          </p:nvPr>
        </p:nvSpPr>
        <p:spPr>
          <a:xfrm>
            <a:off x="3848250" y="2952163"/>
            <a:ext cx="1458000" cy="8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38" name="Google Shape;338;p30"/>
          <p:cNvSpPr txBox="1">
            <a:spLocks noGrp="1"/>
          </p:cNvSpPr>
          <p:nvPr>
            <p:ph type="subTitle" idx="5"/>
          </p:nvPr>
        </p:nvSpPr>
        <p:spPr>
          <a:xfrm>
            <a:off x="20774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a:endParaRPr/>
          </a:p>
        </p:txBody>
      </p:sp>
      <p:sp>
        <p:nvSpPr>
          <p:cNvPr id="339" name="Google Shape;339;p30"/>
          <p:cNvSpPr txBox="1">
            <a:spLocks noGrp="1"/>
          </p:cNvSpPr>
          <p:nvPr>
            <p:ph type="body" idx="6"/>
          </p:nvPr>
        </p:nvSpPr>
        <p:spPr>
          <a:xfrm>
            <a:off x="5634175" y="2952175"/>
            <a:ext cx="1458000" cy="8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40" name="Google Shape;340;p30"/>
          <p:cNvSpPr txBox="1">
            <a:spLocks noGrp="1"/>
          </p:cNvSpPr>
          <p:nvPr>
            <p:ph type="subTitle" idx="7"/>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41" name="Google Shape;341;p30"/>
          <p:cNvSpPr txBox="1">
            <a:spLocks noGrp="1"/>
          </p:cNvSpPr>
          <p:nvPr>
            <p:ph type="subTitle" idx="8"/>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42" name="Google Shape;342;p30"/>
          <p:cNvSpPr txBox="1">
            <a:spLocks noGrp="1"/>
          </p:cNvSpPr>
          <p:nvPr>
            <p:ph type="subTitle" idx="9"/>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343" name="Google Shape;343;p30"/>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344" name="Google Shape;344;p30"/>
          <p:cNvSpPr txBox="1">
            <a:spLocks noGrp="1"/>
          </p:cNvSpPr>
          <p:nvPr>
            <p:ph type="title"/>
          </p:nvPr>
        </p:nvSpPr>
        <p:spPr>
          <a:xfrm>
            <a:off x="228600" y="613525"/>
            <a:ext cx="6841500" cy="753000"/>
          </a:xfrm>
          <a:prstGeom prst="rect">
            <a:avLst/>
          </a:prstGeom>
        </p:spPr>
        <p:txBody>
          <a:bodyPr spcFirstLastPara="1" wrap="square" lIns="0" tIns="0" rIns="91425" bIns="91425" anchor="t" anchorCtr="0">
            <a:spAutoFit/>
          </a:bodyPr>
          <a:lstStyle>
            <a:lvl1pPr lvl="0">
              <a:lnSpc>
                <a:spcPct val="85000"/>
              </a:lnSpc>
              <a:spcBef>
                <a:spcPts val="0"/>
              </a:spcBef>
              <a:spcAft>
                <a:spcPts val="0"/>
              </a:spcAft>
              <a:buNone/>
              <a:defRPr sz="3400">
                <a:solidFill>
                  <a:schemeClr val="dk2"/>
                </a:solidFill>
              </a:defRPr>
            </a:lvl1pPr>
            <a:lvl2pPr lvl="1">
              <a:lnSpc>
                <a:spcPct val="85000"/>
              </a:lnSpc>
              <a:spcBef>
                <a:spcPts val="0"/>
              </a:spcBef>
              <a:spcAft>
                <a:spcPts val="0"/>
              </a:spcAft>
              <a:buNone/>
              <a:defRPr sz="3600">
                <a:solidFill>
                  <a:schemeClr val="dk2"/>
                </a:solidFill>
              </a:defRPr>
            </a:lvl2pPr>
            <a:lvl3pPr lvl="2">
              <a:lnSpc>
                <a:spcPct val="85000"/>
              </a:lnSpc>
              <a:spcBef>
                <a:spcPts val="0"/>
              </a:spcBef>
              <a:spcAft>
                <a:spcPts val="0"/>
              </a:spcAft>
              <a:buNone/>
              <a:defRPr sz="3600">
                <a:solidFill>
                  <a:schemeClr val="dk2"/>
                </a:solidFill>
              </a:defRPr>
            </a:lvl3pPr>
            <a:lvl4pPr lvl="3">
              <a:lnSpc>
                <a:spcPct val="85000"/>
              </a:lnSpc>
              <a:spcBef>
                <a:spcPts val="0"/>
              </a:spcBef>
              <a:spcAft>
                <a:spcPts val="0"/>
              </a:spcAft>
              <a:buNone/>
              <a:defRPr sz="3600">
                <a:solidFill>
                  <a:schemeClr val="dk2"/>
                </a:solidFill>
              </a:defRPr>
            </a:lvl4pPr>
            <a:lvl5pPr lvl="4">
              <a:lnSpc>
                <a:spcPct val="85000"/>
              </a:lnSpc>
              <a:spcBef>
                <a:spcPts val="0"/>
              </a:spcBef>
              <a:spcAft>
                <a:spcPts val="0"/>
              </a:spcAft>
              <a:buNone/>
              <a:defRPr sz="3600">
                <a:solidFill>
                  <a:schemeClr val="dk2"/>
                </a:solidFill>
              </a:defRPr>
            </a:lvl5pPr>
            <a:lvl6pPr lvl="5">
              <a:lnSpc>
                <a:spcPct val="85000"/>
              </a:lnSpc>
              <a:spcBef>
                <a:spcPts val="0"/>
              </a:spcBef>
              <a:spcAft>
                <a:spcPts val="0"/>
              </a:spcAft>
              <a:buNone/>
              <a:defRPr sz="3600">
                <a:solidFill>
                  <a:schemeClr val="dk2"/>
                </a:solidFill>
              </a:defRPr>
            </a:lvl6pPr>
            <a:lvl7pPr lvl="6">
              <a:lnSpc>
                <a:spcPct val="85000"/>
              </a:lnSpc>
              <a:spcBef>
                <a:spcPts val="0"/>
              </a:spcBef>
              <a:spcAft>
                <a:spcPts val="0"/>
              </a:spcAft>
              <a:buNone/>
              <a:defRPr sz="3600">
                <a:solidFill>
                  <a:schemeClr val="dk2"/>
                </a:solidFill>
              </a:defRPr>
            </a:lvl7pPr>
            <a:lvl8pPr lvl="7">
              <a:lnSpc>
                <a:spcPct val="85000"/>
              </a:lnSpc>
              <a:spcBef>
                <a:spcPts val="0"/>
              </a:spcBef>
              <a:spcAft>
                <a:spcPts val="0"/>
              </a:spcAft>
              <a:buNone/>
              <a:defRPr sz="3600">
                <a:solidFill>
                  <a:schemeClr val="dk2"/>
                </a:solidFill>
              </a:defRPr>
            </a:lvl8pPr>
            <a:lvl9pPr lvl="8">
              <a:lnSpc>
                <a:spcPct val="85000"/>
              </a:lnSpc>
              <a:spcBef>
                <a:spcPts val="0"/>
              </a:spcBef>
              <a:spcAft>
                <a:spcPts val="0"/>
              </a:spcAft>
              <a:buNone/>
              <a:defRPr sz="3600">
                <a:solidFill>
                  <a:schemeClr val="dk2"/>
                </a:solidFill>
              </a:defRPr>
            </a:lvl9pPr>
          </a:lstStyle>
          <a:p>
            <a:endParaRPr/>
          </a:p>
        </p:txBody>
      </p:sp>
      <p:sp>
        <p:nvSpPr>
          <p:cNvPr id="345" name="Google Shape;345;p30"/>
          <p:cNvSpPr txBox="1">
            <a:spLocks noGrp="1"/>
          </p:cNvSpPr>
          <p:nvPr>
            <p:ph type="subTitle" idx="13"/>
          </p:nvPr>
        </p:nvSpPr>
        <p:spPr>
          <a:xfrm>
            <a:off x="2775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dk1"/>
              </a:buClr>
              <a:buSzPts val="1000"/>
              <a:buFont typeface="Urbanist"/>
              <a:buNone/>
              <a:defRPr sz="1000">
                <a:solidFill>
                  <a:schemeClr val="dk1"/>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a:endParaRPr/>
          </a:p>
        </p:txBody>
      </p:sp>
      <p:sp>
        <p:nvSpPr>
          <p:cNvPr id="346" name="Google Shape;346;p30"/>
          <p:cNvSpPr txBox="1">
            <a:spLocks noGrp="1"/>
          </p:cNvSpPr>
          <p:nvPr>
            <p:ph type="subTitle" idx="14"/>
          </p:nvPr>
        </p:nvSpPr>
        <p:spPr>
          <a:xfrm>
            <a:off x="38773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2pPr>
            <a:lvl3pPr lvl="2"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3pPr>
            <a:lvl4pPr lvl="3"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4pPr>
            <a:lvl5pPr lvl="4"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5pPr>
            <a:lvl6pPr lvl="5"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6pPr>
            <a:lvl7pPr lvl="6"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7pPr>
            <a:lvl8pPr lvl="7"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8pPr>
            <a:lvl9pPr lvl="8" algn="ctr">
              <a:spcBef>
                <a:spcPts val="0"/>
              </a:spcBef>
              <a:spcAft>
                <a:spcPts val="0"/>
              </a:spcAft>
              <a:buClr>
                <a:schemeClr val="accent3"/>
              </a:buClr>
              <a:buSzPts val="1000"/>
              <a:buFont typeface="Urbanist"/>
              <a:buNone/>
              <a:defRPr sz="1000">
                <a:solidFill>
                  <a:schemeClr val="accent3"/>
                </a:solidFill>
                <a:latin typeface="Urbanist"/>
                <a:ea typeface="Urbanist"/>
                <a:cs typeface="Urbanist"/>
                <a:sym typeface="Urbanist"/>
              </a:defRPr>
            </a:lvl9pPr>
          </a:lstStyle>
          <a:p>
            <a:endParaRPr/>
          </a:p>
        </p:txBody>
      </p:sp>
      <p:sp>
        <p:nvSpPr>
          <p:cNvPr id="347" name="Google Shape;347;p30"/>
          <p:cNvSpPr txBox="1">
            <a:spLocks noGrp="1"/>
          </p:cNvSpPr>
          <p:nvPr>
            <p:ph type="subTitle" idx="15"/>
          </p:nvPr>
        </p:nvSpPr>
        <p:spPr>
          <a:xfrm>
            <a:off x="56772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a:endParaRPr/>
          </a:p>
        </p:txBody>
      </p:sp>
      <p:sp>
        <p:nvSpPr>
          <p:cNvPr id="348" name="Google Shape;348;p30"/>
          <p:cNvSpPr txBox="1">
            <a:spLocks noGrp="1"/>
          </p:cNvSpPr>
          <p:nvPr>
            <p:ph type="subTitle" idx="16"/>
          </p:nvPr>
        </p:nvSpPr>
        <p:spPr>
          <a:xfrm>
            <a:off x="7477100" y="4218350"/>
            <a:ext cx="1377600" cy="144300"/>
          </a:xfrm>
          <a:prstGeom prst="rect">
            <a:avLst/>
          </a:prstGeom>
        </p:spPr>
        <p:txBody>
          <a:bodyPr spcFirstLastPara="1" wrap="square" lIns="91425" tIns="91425" rIns="91425" bIns="91425" anchor="t" anchorCtr="0">
            <a:noAutofit/>
          </a:bodyPr>
          <a:lstStyle>
            <a:lvl1pPr lvl="0" algn="ctr">
              <a:spcBef>
                <a:spcPts val="0"/>
              </a:spcBef>
              <a:spcAft>
                <a:spcPts val="0"/>
              </a:spcAft>
              <a:buClr>
                <a:schemeClr val="accent3"/>
              </a:buClr>
              <a:buSzPts val="1000"/>
              <a:buFont typeface="Urbanist"/>
              <a:buNone/>
              <a:defRPr sz="1000">
                <a:solidFill>
                  <a:schemeClr val="accent3"/>
                </a:solidFill>
              </a:defRPr>
            </a:lvl1pPr>
            <a:lvl2pPr lvl="1"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2pPr>
            <a:lvl3pPr lvl="2"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3pPr>
            <a:lvl4pPr lvl="3"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4pPr>
            <a:lvl5pPr lvl="4"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5pPr>
            <a:lvl6pPr lvl="5"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6pPr>
            <a:lvl7pPr lvl="6"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7pPr>
            <a:lvl8pPr lvl="7"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8pPr>
            <a:lvl9pPr lvl="8" algn="ctr">
              <a:spcBef>
                <a:spcPts val="0"/>
              </a:spcBef>
              <a:spcAft>
                <a:spcPts val="0"/>
              </a:spcAft>
              <a:buClr>
                <a:schemeClr val="dk1"/>
              </a:buClr>
              <a:buSzPts val="1000"/>
              <a:buFont typeface="Urbanist"/>
              <a:buNone/>
              <a:defRPr sz="1000">
                <a:solidFill>
                  <a:schemeClr val="dk1"/>
                </a:solidFill>
                <a:latin typeface="Urbanist"/>
                <a:ea typeface="Urbanist"/>
                <a:cs typeface="Urbanist"/>
                <a:sym typeface="Urbanist"/>
              </a:defRPr>
            </a:lvl9pPr>
          </a:lstStyle>
          <a:p>
            <a:endParaRPr/>
          </a:p>
        </p:txBody>
      </p:sp>
      <p:sp>
        <p:nvSpPr>
          <p:cNvPr id="349" name="Google Shape;349;p30"/>
          <p:cNvSpPr txBox="1">
            <a:spLocks noGrp="1"/>
          </p:cNvSpPr>
          <p:nvPr>
            <p:ph type="subTitle" idx="17"/>
          </p:nvPr>
        </p:nvSpPr>
        <p:spPr>
          <a:xfrm>
            <a:off x="238800"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1200"/>
              <a:buFont typeface="Urbanist"/>
              <a:buNone/>
              <a:defRPr sz="1200" b="1">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0" name="Google Shape;350;p30"/>
          <p:cNvSpPr txBox="1">
            <a:spLocks noGrp="1"/>
          </p:cNvSpPr>
          <p:nvPr>
            <p:ph type="subTitle" idx="18"/>
          </p:nvPr>
        </p:nvSpPr>
        <p:spPr>
          <a:xfrm>
            <a:off x="2034375"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a:endParaRPr/>
          </a:p>
        </p:txBody>
      </p:sp>
      <p:sp>
        <p:nvSpPr>
          <p:cNvPr id="351" name="Google Shape;351;p30"/>
          <p:cNvSpPr txBox="1">
            <a:spLocks noGrp="1"/>
          </p:cNvSpPr>
          <p:nvPr>
            <p:ph type="subTitle" idx="19"/>
          </p:nvPr>
        </p:nvSpPr>
        <p:spPr>
          <a:xfrm>
            <a:off x="5645375"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a:endParaRPr/>
          </a:p>
        </p:txBody>
      </p:sp>
      <p:sp>
        <p:nvSpPr>
          <p:cNvPr id="352" name="Google Shape;352;p30"/>
          <p:cNvSpPr txBox="1">
            <a:spLocks noGrp="1"/>
          </p:cNvSpPr>
          <p:nvPr>
            <p:ph type="subTitle" idx="20"/>
          </p:nvPr>
        </p:nvSpPr>
        <p:spPr>
          <a:xfrm>
            <a:off x="7460789" y="2667925"/>
            <a:ext cx="1339800" cy="14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SemiBold"/>
              <a:buNone/>
              <a:defRPr sz="1200">
                <a:latin typeface="Urbanist SemiBold"/>
                <a:ea typeface="Urbanist SemiBold"/>
                <a:cs typeface="Urbanist SemiBold"/>
                <a:sym typeface="Urbanist SemiBold"/>
              </a:defRPr>
            </a:lvl1pPr>
            <a:lvl2pPr lvl="1">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2pPr>
            <a:lvl3pPr lvl="2">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3pPr>
            <a:lvl4pPr lvl="3">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4pPr>
            <a:lvl5pPr lvl="4">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5pPr>
            <a:lvl6pPr lvl="5">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6pPr>
            <a:lvl7pPr lvl="6">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7pPr>
            <a:lvl8pPr lvl="7">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8pPr>
            <a:lvl9pPr lvl="8">
              <a:spcBef>
                <a:spcPts val="0"/>
              </a:spcBef>
              <a:spcAft>
                <a:spcPts val="0"/>
              </a:spcAft>
              <a:buClr>
                <a:schemeClr val="lt1"/>
              </a:buClr>
              <a:buSzPts val="1200"/>
              <a:buFont typeface="Urbanist SemiBold"/>
              <a:buNone/>
              <a:defRPr sz="1200">
                <a:solidFill>
                  <a:schemeClr val="lt1"/>
                </a:solidFill>
                <a:latin typeface="Urbanist SemiBold"/>
                <a:ea typeface="Urbanist SemiBold"/>
                <a:cs typeface="Urbanist SemiBold"/>
                <a:sym typeface="Urbanist SemiBold"/>
              </a:defRPr>
            </a:lvl9pPr>
          </a:lstStyle>
          <a:p>
            <a:endParaRPr/>
          </a:p>
        </p:txBody>
      </p:sp>
      <p:sp>
        <p:nvSpPr>
          <p:cNvPr id="353" name="Google Shape;353;p30"/>
          <p:cNvSpPr txBox="1">
            <a:spLocks noGrp="1"/>
          </p:cNvSpPr>
          <p:nvPr>
            <p:ph type="subTitle" idx="21"/>
          </p:nvPr>
        </p:nvSpPr>
        <p:spPr>
          <a:xfrm>
            <a:off x="372900" y="202945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dk1"/>
              </a:buClr>
              <a:buSzPts val="1600"/>
              <a:buFont typeface="Urbanist"/>
              <a:buNone/>
              <a:defRPr b="1">
                <a:solidFill>
                  <a:schemeClr val="dk1"/>
                </a:solidFill>
              </a:defRPr>
            </a:lvl1pPr>
            <a:lvl2pPr lvl="1" algn="ctr">
              <a:spcBef>
                <a:spcPts val="0"/>
              </a:spcBef>
              <a:spcAft>
                <a:spcPts val="0"/>
              </a:spcAft>
              <a:buSzPts val="1600"/>
              <a:buNone/>
              <a:defRPr sz="1600"/>
            </a:lvl2pPr>
            <a:lvl3pPr lvl="2" algn="ctr">
              <a:spcBef>
                <a:spcPts val="0"/>
              </a:spcBef>
              <a:spcAft>
                <a:spcPts val="0"/>
              </a:spcAft>
              <a:buSzPts val="1600"/>
              <a:buNone/>
              <a:defRPr sz="1600"/>
            </a:lvl3pPr>
            <a:lvl4pPr lvl="3" algn="ctr">
              <a:spcBef>
                <a:spcPts val="0"/>
              </a:spcBef>
              <a:spcAft>
                <a:spcPts val="0"/>
              </a:spcAft>
              <a:buSzPts val="1600"/>
              <a:buNone/>
              <a:defRPr sz="1600"/>
            </a:lvl4pPr>
            <a:lvl5pPr lvl="4" algn="ctr">
              <a:spcBef>
                <a:spcPts val="0"/>
              </a:spcBef>
              <a:spcAft>
                <a:spcPts val="0"/>
              </a:spcAft>
              <a:buSzPts val="1600"/>
              <a:buNone/>
              <a:defRPr sz="1600"/>
            </a:lvl5pPr>
            <a:lvl6pPr lvl="5" algn="ctr">
              <a:spcBef>
                <a:spcPts val="0"/>
              </a:spcBef>
              <a:spcAft>
                <a:spcPts val="0"/>
              </a:spcAft>
              <a:buSzPts val="1600"/>
              <a:buNone/>
              <a:defRPr sz="1600"/>
            </a:lvl6pPr>
            <a:lvl7pPr lvl="6" algn="ctr">
              <a:spcBef>
                <a:spcPts val="0"/>
              </a:spcBef>
              <a:spcAft>
                <a:spcPts val="0"/>
              </a:spcAft>
              <a:buSzPts val="1600"/>
              <a:buNone/>
              <a:defRPr sz="1600"/>
            </a:lvl7pPr>
            <a:lvl8pPr lvl="7" algn="ctr">
              <a:spcBef>
                <a:spcPts val="0"/>
              </a:spcBef>
              <a:spcAft>
                <a:spcPts val="0"/>
              </a:spcAft>
              <a:buSzPts val="1600"/>
              <a:buNone/>
              <a:defRPr sz="1600"/>
            </a:lvl8pPr>
            <a:lvl9pPr lvl="8" algn="ctr">
              <a:spcBef>
                <a:spcPts val="0"/>
              </a:spcBef>
              <a:spcAft>
                <a:spcPts val="0"/>
              </a:spcAft>
              <a:buSzPts val="1600"/>
              <a:buNone/>
              <a:defRPr sz="1600"/>
            </a:lvl9pPr>
          </a:lstStyle>
          <a:p>
            <a:endParaRPr/>
          </a:p>
        </p:txBody>
      </p:sp>
      <p:sp>
        <p:nvSpPr>
          <p:cNvPr id="354" name="Google Shape;354;p30"/>
          <p:cNvSpPr txBox="1">
            <a:spLocks noGrp="1"/>
          </p:cNvSpPr>
          <p:nvPr>
            <p:ph type="subTitle" idx="22"/>
          </p:nvPr>
        </p:nvSpPr>
        <p:spPr>
          <a:xfrm>
            <a:off x="2178663" y="202739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sz="1600" b="1">
                <a:solidFill>
                  <a:schemeClr val="accent3"/>
                </a:solidFill>
              </a:defRPr>
            </a:lvl2pPr>
            <a:lvl3pPr lvl="2" algn="ctr">
              <a:spcBef>
                <a:spcPts val="0"/>
              </a:spcBef>
              <a:spcAft>
                <a:spcPts val="0"/>
              </a:spcAft>
              <a:buClr>
                <a:schemeClr val="accent3"/>
              </a:buClr>
              <a:buSzPts val="1600"/>
              <a:buNone/>
              <a:defRPr sz="1600" b="1">
                <a:solidFill>
                  <a:schemeClr val="accent3"/>
                </a:solidFill>
              </a:defRPr>
            </a:lvl3pPr>
            <a:lvl4pPr lvl="3" algn="ctr">
              <a:spcBef>
                <a:spcPts val="0"/>
              </a:spcBef>
              <a:spcAft>
                <a:spcPts val="0"/>
              </a:spcAft>
              <a:buClr>
                <a:schemeClr val="accent3"/>
              </a:buClr>
              <a:buSzPts val="1600"/>
              <a:buNone/>
              <a:defRPr sz="1600" b="1">
                <a:solidFill>
                  <a:schemeClr val="accent3"/>
                </a:solidFill>
              </a:defRPr>
            </a:lvl4pPr>
            <a:lvl5pPr lvl="4" algn="ctr">
              <a:spcBef>
                <a:spcPts val="0"/>
              </a:spcBef>
              <a:spcAft>
                <a:spcPts val="0"/>
              </a:spcAft>
              <a:buClr>
                <a:schemeClr val="accent3"/>
              </a:buClr>
              <a:buSzPts val="1600"/>
              <a:buNone/>
              <a:defRPr sz="1600" b="1">
                <a:solidFill>
                  <a:schemeClr val="accent3"/>
                </a:solidFill>
              </a:defRPr>
            </a:lvl5pPr>
            <a:lvl6pPr lvl="5" algn="ctr">
              <a:spcBef>
                <a:spcPts val="0"/>
              </a:spcBef>
              <a:spcAft>
                <a:spcPts val="0"/>
              </a:spcAft>
              <a:buClr>
                <a:schemeClr val="accent3"/>
              </a:buClr>
              <a:buSzPts val="1600"/>
              <a:buNone/>
              <a:defRPr sz="1600" b="1">
                <a:solidFill>
                  <a:schemeClr val="accent3"/>
                </a:solidFill>
              </a:defRPr>
            </a:lvl6pPr>
            <a:lvl7pPr lvl="6" algn="ctr">
              <a:spcBef>
                <a:spcPts val="0"/>
              </a:spcBef>
              <a:spcAft>
                <a:spcPts val="0"/>
              </a:spcAft>
              <a:buClr>
                <a:schemeClr val="accent3"/>
              </a:buClr>
              <a:buSzPts val="1600"/>
              <a:buNone/>
              <a:defRPr sz="1600" b="1">
                <a:solidFill>
                  <a:schemeClr val="accent3"/>
                </a:solidFill>
              </a:defRPr>
            </a:lvl7pPr>
            <a:lvl8pPr lvl="7" algn="ctr">
              <a:spcBef>
                <a:spcPts val="0"/>
              </a:spcBef>
              <a:spcAft>
                <a:spcPts val="0"/>
              </a:spcAft>
              <a:buClr>
                <a:schemeClr val="accent3"/>
              </a:buClr>
              <a:buSzPts val="1600"/>
              <a:buNone/>
              <a:defRPr sz="1600" b="1">
                <a:solidFill>
                  <a:schemeClr val="accent3"/>
                </a:solidFill>
              </a:defRPr>
            </a:lvl8pPr>
            <a:lvl9pPr lvl="8" algn="ctr">
              <a:spcBef>
                <a:spcPts val="0"/>
              </a:spcBef>
              <a:spcAft>
                <a:spcPts val="0"/>
              </a:spcAft>
              <a:buClr>
                <a:schemeClr val="accent3"/>
              </a:buClr>
              <a:buSzPts val="1600"/>
              <a:buNone/>
              <a:defRPr sz="1600" b="1">
                <a:solidFill>
                  <a:schemeClr val="accent3"/>
                </a:solidFill>
              </a:defRPr>
            </a:lvl9pPr>
          </a:lstStyle>
          <a:p>
            <a:endParaRPr/>
          </a:p>
        </p:txBody>
      </p:sp>
      <p:sp>
        <p:nvSpPr>
          <p:cNvPr id="355" name="Google Shape;355;p30"/>
          <p:cNvSpPr txBox="1">
            <a:spLocks noGrp="1"/>
          </p:cNvSpPr>
          <p:nvPr>
            <p:ph type="subTitle" idx="23"/>
          </p:nvPr>
        </p:nvSpPr>
        <p:spPr>
          <a:xfrm>
            <a:off x="3974250" y="202739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sz="1600" b="1">
                <a:solidFill>
                  <a:schemeClr val="accent3"/>
                </a:solidFill>
              </a:defRPr>
            </a:lvl2pPr>
            <a:lvl3pPr lvl="2" algn="ctr">
              <a:spcBef>
                <a:spcPts val="0"/>
              </a:spcBef>
              <a:spcAft>
                <a:spcPts val="0"/>
              </a:spcAft>
              <a:buClr>
                <a:schemeClr val="accent3"/>
              </a:buClr>
              <a:buSzPts val="1600"/>
              <a:buNone/>
              <a:defRPr sz="1600" b="1">
                <a:solidFill>
                  <a:schemeClr val="accent3"/>
                </a:solidFill>
              </a:defRPr>
            </a:lvl3pPr>
            <a:lvl4pPr lvl="3" algn="ctr">
              <a:spcBef>
                <a:spcPts val="0"/>
              </a:spcBef>
              <a:spcAft>
                <a:spcPts val="0"/>
              </a:spcAft>
              <a:buClr>
                <a:schemeClr val="accent3"/>
              </a:buClr>
              <a:buSzPts val="1600"/>
              <a:buNone/>
              <a:defRPr sz="1600" b="1">
                <a:solidFill>
                  <a:schemeClr val="accent3"/>
                </a:solidFill>
              </a:defRPr>
            </a:lvl4pPr>
            <a:lvl5pPr lvl="4" algn="ctr">
              <a:spcBef>
                <a:spcPts val="0"/>
              </a:spcBef>
              <a:spcAft>
                <a:spcPts val="0"/>
              </a:spcAft>
              <a:buClr>
                <a:schemeClr val="accent3"/>
              </a:buClr>
              <a:buSzPts val="1600"/>
              <a:buNone/>
              <a:defRPr sz="1600" b="1">
                <a:solidFill>
                  <a:schemeClr val="accent3"/>
                </a:solidFill>
              </a:defRPr>
            </a:lvl5pPr>
            <a:lvl6pPr lvl="5" algn="ctr">
              <a:spcBef>
                <a:spcPts val="0"/>
              </a:spcBef>
              <a:spcAft>
                <a:spcPts val="0"/>
              </a:spcAft>
              <a:buClr>
                <a:schemeClr val="accent3"/>
              </a:buClr>
              <a:buSzPts val="1600"/>
              <a:buNone/>
              <a:defRPr sz="1600" b="1">
                <a:solidFill>
                  <a:schemeClr val="accent3"/>
                </a:solidFill>
              </a:defRPr>
            </a:lvl6pPr>
            <a:lvl7pPr lvl="6" algn="ctr">
              <a:spcBef>
                <a:spcPts val="0"/>
              </a:spcBef>
              <a:spcAft>
                <a:spcPts val="0"/>
              </a:spcAft>
              <a:buClr>
                <a:schemeClr val="accent3"/>
              </a:buClr>
              <a:buSzPts val="1600"/>
              <a:buNone/>
              <a:defRPr sz="1600" b="1">
                <a:solidFill>
                  <a:schemeClr val="accent3"/>
                </a:solidFill>
              </a:defRPr>
            </a:lvl7pPr>
            <a:lvl8pPr lvl="7" algn="ctr">
              <a:spcBef>
                <a:spcPts val="0"/>
              </a:spcBef>
              <a:spcAft>
                <a:spcPts val="0"/>
              </a:spcAft>
              <a:buClr>
                <a:schemeClr val="accent3"/>
              </a:buClr>
              <a:buSzPts val="1600"/>
              <a:buNone/>
              <a:defRPr sz="1600" b="1">
                <a:solidFill>
                  <a:schemeClr val="accent3"/>
                </a:solidFill>
              </a:defRPr>
            </a:lvl8pPr>
            <a:lvl9pPr lvl="8" algn="ctr">
              <a:spcBef>
                <a:spcPts val="0"/>
              </a:spcBef>
              <a:spcAft>
                <a:spcPts val="0"/>
              </a:spcAft>
              <a:buClr>
                <a:schemeClr val="accent3"/>
              </a:buClr>
              <a:buSzPts val="1600"/>
              <a:buNone/>
              <a:defRPr sz="1600" b="1">
                <a:solidFill>
                  <a:schemeClr val="accent3"/>
                </a:solidFill>
              </a:defRPr>
            </a:lvl9pPr>
          </a:lstStyle>
          <a:p>
            <a:endParaRPr/>
          </a:p>
        </p:txBody>
      </p:sp>
      <p:sp>
        <p:nvSpPr>
          <p:cNvPr id="356" name="Google Shape;356;p30"/>
          <p:cNvSpPr txBox="1">
            <a:spLocks noGrp="1"/>
          </p:cNvSpPr>
          <p:nvPr>
            <p:ph type="subTitle" idx="24"/>
          </p:nvPr>
        </p:nvSpPr>
        <p:spPr>
          <a:xfrm>
            <a:off x="5789675" y="202739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sz="1600" b="1">
                <a:solidFill>
                  <a:schemeClr val="accent3"/>
                </a:solidFill>
              </a:defRPr>
            </a:lvl2pPr>
            <a:lvl3pPr lvl="2" algn="ctr">
              <a:spcBef>
                <a:spcPts val="0"/>
              </a:spcBef>
              <a:spcAft>
                <a:spcPts val="0"/>
              </a:spcAft>
              <a:buClr>
                <a:schemeClr val="accent3"/>
              </a:buClr>
              <a:buSzPts val="1600"/>
              <a:buNone/>
              <a:defRPr sz="1600" b="1">
                <a:solidFill>
                  <a:schemeClr val="accent3"/>
                </a:solidFill>
              </a:defRPr>
            </a:lvl3pPr>
            <a:lvl4pPr lvl="3" algn="ctr">
              <a:spcBef>
                <a:spcPts val="0"/>
              </a:spcBef>
              <a:spcAft>
                <a:spcPts val="0"/>
              </a:spcAft>
              <a:buClr>
                <a:schemeClr val="accent3"/>
              </a:buClr>
              <a:buSzPts val="1600"/>
              <a:buNone/>
              <a:defRPr sz="1600" b="1">
                <a:solidFill>
                  <a:schemeClr val="accent3"/>
                </a:solidFill>
              </a:defRPr>
            </a:lvl4pPr>
            <a:lvl5pPr lvl="4" algn="ctr">
              <a:spcBef>
                <a:spcPts val="0"/>
              </a:spcBef>
              <a:spcAft>
                <a:spcPts val="0"/>
              </a:spcAft>
              <a:buClr>
                <a:schemeClr val="accent3"/>
              </a:buClr>
              <a:buSzPts val="1600"/>
              <a:buNone/>
              <a:defRPr sz="1600" b="1">
                <a:solidFill>
                  <a:schemeClr val="accent3"/>
                </a:solidFill>
              </a:defRPr>
            </a:lvl5pPr>
            <a:lvl6pPr lvl="5" algn="ctr">
              <a:spcBef>
                <a:spcPts val="0"/>
              </a:spcBef>
              <a:spcAft>
                <a:spcPts val="0"/>
              </a:spcAft>
              <a:buClr>
                <a:schemeClr val="accent3"/>
              </a:buClr>
              <a:buSzPts val="1600"/>
              <a:buNone/>
              <a:defRPr sz="1600" b="1">
                <a:solidFill>
                  <a:schemeClr val="accent3"/>
                </a:solidFill>
              </a:defRPr>
            </a:lvl6pPr>
            <a:lvl7pPr lvl="6" algn="ctr">
              <a:spcBef>
                <a:spcPts val="0"/>
              </a:spcBef>
              <a:spcAft>
                <a:spcPts val="0"/>
              </a:spcAft>
              <a:buClr>
                <a:schemeClr val="accent3"/>
              </a:buClr>
              <a:buSzPts val="1600"/>
              <a:buNone/>
              <a:defRPr sz="1600" b="1">
                <a:solidFill>
                  <a:schemeClr val="accent3"/>
                </a:solidFill>
              </a:defRPr>
            </a:lvl7pPr>
            <a:lvl8pPr lvl="7" algn="ctr">
              <a:spcBef>
                <a:spcPts val="0"/>
              </a:spcBef>
              <a:spcAft>
                <a:spcPts val="0"/>
              </a:spcAft>
              <a:buClr>
                <a:schemeClr val="accent3"/>
              </a:buClr>
              <a:buSzPts val="1600"/>
              <a:buNone/>
              <a:defRPr sz="1600" b="1">
                <a:solidFill>
                  <a:schemeClr val="accent3"/>
                </a:solidFill>
              </a:defRPr>
            </a:lvl8pPr>
            <a:lvl9pPr lvl="8" algn="ctr">
              <a:spcBef>
                <a:spcPts val="0"/>
              </a:spcBef>
              <a:spcAft>
                <a:spcPts val="0"/>
              </a:spcAft>
              <a:buClr>
                <a:schemeClr val="accent3"/>
              </a:buClr>
              <a:buSzPts val="1600"/>
              <a:buNone/>
              <a:defRPr sz="1600" b="1">
                <a:solidFill>
                  <a:schemeClr val="accent3"/>
                </a:solidFill>
              </a:defRPr>
            </a:lvl9pPr>
          </a:lstStyle>
          <a:p>
            <a:endParaRPr/>
          </a:p>
        </p:txBody>
      </p:sp>
      <p:sp>
        <p:nvSpPr>
          <p:cNvPr id="357" name="Google Shape;357;p30"/>
          <p:cNvSpPr txBox="1">
            <a:spLocks noGrp="1"/>
          </p:cNvSpPr>
          <p:nvPr>
            <p:ph type="subTitle" idx="25"/>
          </p:nvPr>
        </p:nvSpPr>
        <p:spPr>
          <a:xfrm>
            <a:off x="7605089" y="2027390"/>
            <a:ext cx="314100" cy="338700"/>
          </a:xfrm>
          <a:prstGeom prst="rect">
            <a:avLst/>
          </a:prstGeom>
        </p:spPr>
        <p:txBody>
          <a:bodyPr spcFirstLastPara="1" wrap="square" lIns="0" tIns="0" rIns="0" bIns="0" anchor="t" anchorCtr="0">
            <a:noAutofit/>
          </a:bodyPr>
          <a:lstStyle>
            <a:lvl1pPr lvl="0" algn="ctr">
              <a:spcBef>
                <a:spcPts val="0"/>
              </a:spcBef>
              <a:spcAft>
                <a:spcPts val="0"/>
              </a:spcAft>
              <a:buClr>
                <a:schemeClr val="accent3"/>
              </a:buClr>
              <a:buSzPts val="1600"/>
              <a:buFont typeface="Urbanist"/>
              <a:buNone/>
              <a:defRPr b="1">
                <a:solidFill>
                  <a:schemeClr val="accent3"/>
                </a:solidFill>
              </a:defRPr>
            </a:lvl1pPr>
            <a:lvl2pPr lvl="1" algn="ctr">
              <a:spcBef>
                <a:spcPts val="0"/>
              </a:spcBef>
              <a:spcAft>
                <a:spcPts val="0"/>
              </a:spcAft>
              <a:buClr>
                <a:schemeClr val="accent3"/>
              </a:buClr>
              <a:buSzPts val="1600"/>
              <a:buNone/>
              <a:defRPr sz="1600" b="1">
                <a:solidFill>
                  <a:schemeClr val="accent3"/>
                </a:solidFill>
              </a:defRPr>
            </a:lvl2pPr>
            <a:lvl3pPr lvl="2" algn="ctr">
              <a:spcBef>
                <a:spcPts val="0"/>
              </a:spcBef>
              <a:spcAft>
                <a:spcPts val="0"/>
              </a:spcAft>
              <a:buClr>
                <a:schemeClr val="accent3"/>
              </a:buClr>
              <a:buSzPts val="1600"/>
              <a:buNone/>
              <a:defRPr sz="1600" b="1">
                <a:solidFill>
                  <a:schemeClr val="accent3"/>
                </a:solidFill>
              </a:defRPr>
            </a:lvl3pPr>
            <a:lvl4pPr lvl="3" algn="ctr">
              <a:spcBef>
                <a:spcPts val="0"/>
              </a:spcBef>
              <a:spcAft>
                <a:spcPts val="0"/>
              </a:spcAft>
              <a:buClr>
                <a:schemeClr val="accent3"/>
              </a:buClr>
              <a:buSzPts val="1600"/>
              <a:buNone/>
              <a:defRPr sz="1600" b="1">
                <a:solidFill>
                  <a:schemeClr val="accent3"/>
                </a:solidFill>
              </a:defRPr>
            </a:lvl4pPr>
            <a:lvl5pPr lvl="4" algn="ctr">
              <a:spcBef>
                <a:spcPts val="0"/>
              </a:spcBef>
              <a:spcAft>
                <a:spcPts val="0"/>
              </a:spcAft>
              <a:buClr>
                <a:schemeClr val="accent3"/>
              </a:buClr>
              <a:buSzPts val="1600"/>
              <a:buNone/>
              <a:defRPr sz="1600" b="1">
                <a:solidFill>
                  <a:schemeClr val="accent3"/>
                </a:solidFill>
              </a:defRPr>
            </a:lvl5pPr>
            <a:lvl6pPr lvl="5" algn="ctr">
              <a:spcBef>
                <a:spcPts val="0"/>
              </a:spcBef>
              <a:spcAft>
                <a:spcPts val="0"/>
              </a:spcAft>
              <a:buClr>
                <a:schemeClr val="accent3"/>
              </a:buClr>
              <a:buSzPts val="1600"/>
              <a:buNone/>
              <a:defRPr sz="1600" b="1">
                <a:solidFill>
                  <a:schemeClr val="accent3"/>
                </a:solidFill>
              </a:defRPr>
            </a:lvl6pPr>
            <a:lvl7pPr lvl="6" algn="ctr">
              <a:spcBef>
                <a:spcPts val="0"/>
              </a:spcBef>
              <a:spcAft>
                <a:spcPts val="0"/>
              </a:spcAft>
              <a:buClr>
                <a:schemeClr val="accent3"/>
              </a:buClr>
              <a:buSzPts val="1600"/>
              <a:buNone/>
              <a:defRPr sz="1600" b="1">
                <a:solidFill>
                  <a:schemeClr val="accent3"/>
                </a:solidFill>
              </a:defRPr>
            </a:lvl7pPr>
            <a:lvl8pPr lvl="7" algn="ctr">
              <a:spcBef>
                <a:spcPts val="0"/>
              </a:spcBef>
              <a:spcAft>
                <a:spcPts val="0"/>
              </a:spcAft>
              <a:buClr>
                <a:schemeClr val="accent3"/>
              </a:buClr>
              <a:buSzPts val="1600"/>
              <a:buNone/>
              <a:defRPr sz="1600" b="1">
                <a:solidFill>
                  <a:schemeClr val="accent3"/>
                </a:solidFill>
              </a:defRPr>
            </a:lvl8pPr>
            <a:lvl9pPr lvl="8" algn="ctr">
              <a:spcBef>
                <a:spcPts val="0"/>
              </a:spcBef>
              <a:spcAft>
                <a:spcPts val="0"/>
              </a:spcAft>
              <a:buClr>
                <a:schemeClr val="accent3"/>
              </a:buClr>
              <a:buSzPts val="1600"/>
              <a:buNone/>
              <a:defRPr sz="1600" b="1">
                <a:solidFill>
                  <a:schemeClr val="accent3"/>
                </a:solidFill>
              </a:defRPr>
            </a:lvl9pPr>
          </a:lstStyle>
          <a:p>
            <a:endParaRPr/>
          </a:p>
        </p:txBody>
      </p:sp>
      <p:sp>
        <p:nvSpPr>
          <p:cNvPr id="358" name="Google Shape;358;p30"/>
          <p:cNvSpPr txBox="1">
            <a:spLocks noGrp="1"/>
          </p:cNvSpPr>
          <p:nvPr>
            <p:ph type="body" idx="26"/>
          </p:nvPr>
        </p:nvSpPr>
        <p:spPr>
          <a:xfrm>
            <a:off x="7450350" y="2952175"/>
            <a:ext cx="1458000" cy="812100"/>
          </a:xfrm>
          <a:prstGeom prst="rect">
            <a:avLst/>
          </a:prstGeom>
        </p:spPr>
        <p:txBody>
          <a:bodyPr spcFirstLastPara="1" wrap="square" lIns="0" tIns="0" rIns="0" bIns="0" anchor="t" anchorCtr="0">
            <a:noAutofit/>
          </a:bodyPr>
          <a:lstStyle>
            <a:lvl1pPr marL="457200" lvl="0" indent="-292100">
              <a:spcBef>
                <a:spcPts val="0"/>
              </a:spcBef>
              <a:spcAft>
                <a:spcPts val="0"/>
              </a:spcAft>
              <a:buClr>
                <a:schemeClr val="lt1"/>
              </a:buClr>
              <a:buSzPts val="1000"/>
              <a:buFont typeface="Urbanist"/>
              <a:buChar char="●"/>
              <a:defRPr sz="1000"/>
            </a:lvl1pPr>
            <a:lvl2pPr marL="914400" lvl="1" indent="-292100">
              <a:spcBef>
                <a:spcPts val="0"/>
              </a:spcBef>
              <a:spcAft>
                <a:spcPts val="0"/>
              </a:spcAft>
              <a:buClr>
                <a:schemeClr val="lt1"/>
              </a:buClr>
              <a:buSzPts val="1000"/>
              <a:buFont typeface="Urbanist"/>
              <a:buChar char="○"/>
              <a:defRPr sz="1000"/>
            </a:lvl2pPr>
            <a:lvl3pPr marL="1371600" lvl="2" indent="-292100">
              <a:spcBef>
                <a:spcPts val="0"/>
              </a:spcBef>
              <a:spcAft>
                <a:spcPts val="0"/>
              </a:spcAft>
              <a:buClr>
                <a:schemeClr val="lt1"/>
              </a:buClr>
              <a:buSzPts val="1000"/>
              <a:buFont typeface="Urbanist"/>
              <a:buChar char="■"/>
              <a:defRPr sz="1000"/>
            </a:lvl3pPr>
            <a:lvl4pPr marL="1828800" lvl="3" indent="-292100">
              <a:spcBef>
                <a:spcPts val="0"/>
              </a:spcBef>
              <a:spcAft>
                <a:spcPts val="0"/>
              </a:spcAft>
              <a:buClr>
                <a:schemeClr val="lt1"/>
              </a:buClr>
              <a:buSzPts val="1000"/>
              <a:buFont typeface="Urbanist"/>
              <a:buChar char="●"/>
              <a:defRPr sz="1000"/>
            </a:lvl4pPr>
            <a:lvl5pPr marL="2286000" lvl="4" indent="-292100">
              <a:spcBef>
                <a:spcPts val="0"/>
              </a:spcBef>
              <a:spcAft>
                <a:spcPts val="0"/>
              </a:spcAft>
              <a:buClr>
                <a:schemeClr val="lt1"/>
              </a:buClr>
              <a:buSzPts val="1000"/>
              <a:buFont typeface="Urbanist"/>
              <a:buChar char="○"/>
              <a:defRPr sz="1000"/>
            </a:lvl5pPr>
            <a:lvl6pPr marL="2743200" lvl="5" indent="-292100">
              <a:spcBef>
                <a:spcPts val="0"/>
              </a:spcBef>
              <a:spcAft>
                <a:spcPts val="0"/>
              </a:spcAft>
              <a:buClr>
                <a:schemeClr val="lt1"/>
              </a:buClr>
              <a:buSzPts val="1000"/>
              <a:buFont typeface="Urbanist"/>
              <a:buChar char="■"/>
              <a:defRPr sz="1000"/>
            </a:lvl6pPr>
            <a:lvl7pPr marL="3200400" lvl="6" indent="-292100">
              <a:spcBef>
                <a:spcPts val="0"/>
              </a:spcBef>
              <a:spcAft>
                <a:spcPts val="0"/>
              </a:spcAft>
              <a:buClr>
                <a:schemeClr val="lt1"/>
              </a:buClr>
              <a:buSzPts val="1000"/>
              <a:buFont typeface="Urbanist"/>
              <a:buChar char="●"/>
              <a:defRPr sz="1000"/>
            </a:lvl7pPr>
            <a:lvl8pPr marL="3657600" lvl="7" indent="-292100">
              <a:spcBef>
                <a:spcPts val="0"/>
              </a:spcBef>
              <a:spcAft>
                <a:spcPts val="0"/>
              </a:spcAft>
              <a:buClr>
                <a:schemeClr val="lt1"/>
              </a:buClr>
              <a:buSzPts val="1000"/>
              <a:buFont typeface="Urbanist"/>
              <a:buChar char="○"/>
              <a:defRPr sz="1000"/>
            </a:lvl8pPr>
            <a:lvl9pPr marL="4114800" lvl="8" indent="-292100">
              <a:spcBef>
                <a:spcPts val="0"/>
              </a:spcBef>
              <a:spcAft>
                <a:spcPts val="0"/>
              </a:spcAft>
              <a:buClr>
                <a:schemeClr val="lt1"/>
              </a:buClr>
              <a:buSzPts val="1000"/>
              <a:buFont typeface="Urbanist"/>
              <a:buChar char="■"/>
              <a:defRPr sz="1000"/>
            </a:lvl9pPr>
          </a:lstStyle>
          <a:p>
            <a:endParaRPr/>
          </a:p>
        </p:txBody>
      </p:sp>
      <p:sp>
        <p:nvSpPr>
          <p:cNvPr id="359" name="Google Shape;359;p30"/>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60" name="Google Shape;360;p30"/>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Metrics ">
  <p:cSld name="CUSTOM_5">
    <p:spTree>
      <p:nvGrpSpPr>
        <p:cNvPr id="1" name="Shape 361"/>
        <p:cNvGrpSpPr/>
        <p:nvPr/>
      </p:nvGrpSpPr>
      <p:grpSpPr>
        <a:xfrm>
          <a:off x="0" y="0"/>
          <a:ext cx="0" cy="0"/>
          <a:chOff x="0" y="0"/>
          <a:chExt cx="0" cy="0"/>
        </a:xfrm>
      </p:grpSpPr>
      <p:sp>
        <p:nvSpPr>
          <p:cNvPr id="362" name="Google Shape;362;p31"/>
          <p:cNvSpPr txBox="1">
            <a:spLocks noGrp="1"/>
          </p:cNvSpPr>
          <p:nvPr>
            <p:ph type="subTitle" idx="1"/>
          </p:nvPr>
        </p:nvSpPr>
        <p:spPr>
          <a:xfrm>
            <a:off x="320625" y="4675975"/>
            <a:ext cx="27000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63" name="Google Shape;363;p31"/>
          <p:cNvSpPr txBox="1">
            <a:spLocks noGrp="1"/>
          </p:cNvSpPr>
          <p:nvPr>
            <p:ph type="subTitle" idx="2"/>
          </p:nvPr>
        </p:nvSpPr>
        <p:spPr>
          <a:xfrm>
            <a:off x="4716740" y="4675975"/>
            <a:ext cx="2294700" cy="236400"/>
          </a:xfrm>
          <a:prstGeom prst="rect">
            <a:avLst/>
          </a:prstGeom>
        </p:spPr>
        <p:txBody>
          <a:bodyPr spcFirstLastPara="1" wrap="square" lIns="0" tIns="0" rIns="0" bIns="0" anchor="b" anchorCtr="0">
            <a:noAutofit/>
          </a:bodyPr>
          <a:lstStyle>
            <a:lvl1pPr lvl="0">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sp>
        <p:nvSpPr>
          <p:cNvPr id="364" name="Google Shape;364;p31"/>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lvl1pPr lvl="0"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1pPr>
            <a:lvl2pPr lvl="1"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2pPr>
            <a:lvl3pPr lvl="2"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3pPr>
            <a:lvl4pPr lvl="3"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4pPr>
            <a:lvl5pPr lvl="4"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5pPr>
            <a:lvl6pPr lvl="5"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6pPr>
            <a:lvl7pPr lvl="6"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7pPr>
            <a:lvl8pPr lvl="7"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8pPr>
            <a:lvl9pPr lvl="8" algn="r">
              <a:spcBef>
                <a:spcPts val="0"/>
              </a:spcBef>
              <a:spcAft>
                <a:spcPts val="0"/>
              </a:spcAft>
              <a:buClr>
                <a:schemeClr val="dk2"/>
              </a:buClr>
              <a:buSzPts val="700"/>
              <a:buFont typeface="Urbanist Medium"/>
              <a:buNone/>
              <a:defRPr sz="700">
                <a:solidFill>
                  <a:schemeClr val="dk2"/>
                </a:solidFill>
                <a:latin typeface="Urbanist Medium"/>
                <a:ea typeface="Urbanist Medium"/>
                <a:cs typeface="Urbanist Medium"/>
                <a:sym typeface="Urbanist Medium"/>
              </a:defRPr>
            </a:lvl9pPr>
          </a:lstStyle>
          <a:p>
            <a:endParaRPr/>
          </a:p>
        </p:txBody>
      </p:sp>
      <p:cxnSp>
        <p:nvCxnSpPr>
          <p:cNvPr id="365" name="Google Shape;365;p31"/>
          <p:cNvCxnSpPr/>
          <p:nvPr/>
        </p:nvCxnSpPr>
        <p:spPr>
          <a:xfrm>
            <a:off x="238800" y="4683300"/>
            <a:ext cx="8676900" cy="0"/>
          </a:xfrm>
          <a:prstGeom prst="straightConnector1">
            <a:avLst/>
          </a:prstGeom>
          <a:noFill/>
          <a:ln w="9525" cap="flat" cmpd="sng">
            <a:solidFill>
              <a:schemeClr val="accent1"/>
            </a:solidFill>
            <a:prstDash val="solid"/>
            <a:round/>
            <a:headEnd type="none" w="med" len="med"/>
            <a:tailEnd type="none" w="med" len="med"/>
          </a:ln>
        </p:spPr>
      </p:cxnSp>
      <p:sp>
        <p:nvSpPr>
          <p:cNvPr id="366" name="Google Shape;366;p31"/>
          <p:cNvSpPr/>
          <p:nvPr/>
        </p:nvSpPr>
        <p:spPr>
          <a:xfrm>
            <a:off x="228600" y="4837500"/>
            <a:ext cx="48900" cy="48900"/>
          </a:xfrm>
          <a:prstGeom prst="ellipse">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67" name="Google Shape;367;p31"/>
          <p:cNvSpPr/>
          <p:nvPr/>
        </p:nvSpPr>
        <p:spPr>
          <a:xfrm>
            <a:off x="4618950" y="4839000"/>
            <a:ext cx="45900" cy="45900"/>
          </a:xfrm>
          <a:prstGeom prst="rect">
            <a:avLst/>
          </a:prstGeom>
          <a:solidFill>
            <a:schemeClr val="lt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368" name="Google Shape;368;p31"/>
          <p:cNvSpPr txBox="1">
            <a:spLocks noGrp="1"/>
          </p:cNvSpPr>
          <p:nvPr>
            <p:ph type="subTitle" idx="4"/>
          </p:nvPr>
        </p:nvSpPr>
        <p:spPr>
          <a:xfrm>
            <a:off x="6314800" y="458325"/>
            <a:ext cx="2294700" cy="330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600"/>
              <a:buFont typeface="Urbanist"/>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69" name="Google Shape;369;p31"/>
          <p:cNvSpPr txBox="1">
            <a:spLocks noGrp="1"/>
          </p:cNvSpPr>
          <p:nvPr>
            <p:ph type="title"/>
          </p:nvPr>
        </p:nvSpPr>
        <p:spPr>
          <a:xfrm>
            <a:off x="237650" y="746900"/>
            <a:ext cx="2834700" cy="25908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3000"/>
              <a:buFont typeface="Urbanist"/>
              <a:buNone/>
              <a:defRPr>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a:endParaRPr/>
          </a:p>
        </p:txBody>
      </p:sp>
      <p:sp>
        <p:nvSpPr>
          <p:cNvPr id="370" name="Google Shape;370;p31"/>
          <p:cNvSpPr txBox="1">
            <a:spLocks noGrp="1"/>
          </p:cNvSpPr>
          <p:nvPr>
            <p:ph type="subTitle" idx="5"/>
          </p:nvPr>
        </p:nvSpPr>
        <p:spPr>
          <a:xfrm>
            <a:off x="229175" y="229175"/>
            <a:ext cx="2834700" cy="330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400"/>
              <a:buNone/>
              <a:defRPr>
                <a:solidFill>
                  <a:schemeClr val="lt1"/>
                </a:solidFill>
              </a:defRPr>
            </a:lvl2pPr>
            <a:lvl3pPr lvl="2">
              <a:spcBef>
                <a:spcPts val="0"/>
              </a:spcBef>
              <a:spcAft>
                <a:spcPts val="0"/>
              </a:spcAft>
              <a:buClr>
                <a:schemeClr val="lt1"/>
              </a:buClr>
              <a:buSzPts val="1400"/>
              <a:buNone/>
              <a:defRPr>
                <a:solidFill>
                  <a:schemeClr val="lt1"/>
                </a:solidFill>
              </a:defRPr>
            </a:lvl3pPr>
            <a:lvl4pPr lvl="3">
              <a:spcBef>
                <a:spcPts val="0"/>
              </a:spcBef>
              <a:spcAft>
                <a:spcPts val="0"/>
              </a:spcAft>
              <a:buClr>
                <a:schemeClr val="lt1"/>
              </a:buClr>
              <a:buSzPts val="1400"/>
              <a:buNone/>
              <a:defRPr>
                <a:solidFill>
                  <a:schemeClr val="lt1"/>
                </a:solidFill>
              </a:defRPr>
            </a:lvl4pPr>
            <a:lvl5pPr lvl="4">
              <a:spcBef>
                <a:spcPts val="0"/>
              </a:spcBef>
              <a:spcAft>
                <a:spcPts val="0"/>
              </a:spcAft>
              <a:buClr>
                <a:schemeClr val="lt1"/>
              </a:buClr>
              <a:buSzPts val="1400"/>
              <a:buNone/>
              <a:defRPr>
                <a:solidFill>
                  <a:schemeClr val="lt1"/>
                </a:solidFill>
              </a:defRPr>
            </a:lvl5pPr>
            <a:lvl6pPr lvl="5">
              <a:spcBef>
                <a:spcPts val="0"/>
              </a:spcBef>
              <a:spcAft>
                <a:spcPts val="0"/>
              </a:spcAft>
              <a:buClr>
                <a:schemeClr val="lt1"/>
              </a:buClr>
              <a:buSzPts val="1400"/>
              <a:buNone/>
              <a:defRPr>
                <a:solidFill>
                  <a:schemeClr val="lt1"/>
                </a:solidFill>
              </a:defRPr>
            </a:lvl6pPr>
            <a:lvl7pPr lvl="6">
              <a:spcBef>
                <a:spcPts val="0"/>
              </a:spcBef>
              <a:spcAft>
                <a:spcPts val="0"/>
              </a:spcAft>
              <a:buClr>
                <a:schemeClr val="lt1"/>
              </a:buClr>
              <a:buSzPts val="1400"/>
              <a:buNone/>
              <a:defRPr>
                <a:solidFill>
                  <a:schemeClr val="lt1"/>
                </a:solidFill>
              </a:defRPr>
            </a:lvl7pPr>
            <a:lvl8pPr lvl="7">
              <a:spcBef>
                <a:spcPts val="0"/>
              </a:spcBef>
              <a:spcAft>
                <a:spcPts val="0"/>
              </a:spcAft>
              <a:buClr>
                <a:schemeClr val="lt1"/>
              </a:buClr>
              <a:buSzPts val="1400"/>
              <a:buNone/>
              <a:defRPr>
                <a:solidFill>
                  <a:schemeClr val="lt1"/>
                </a:solidFill>
              </a:defRPr>
            </a:lvl8pPr>
            <a:lvl9pPr lvl="8">
              <a:spcBef>
                <a:spcPts val="0"/>
              </a:spcBef>
              <a:spcAft>
                <a:spcPts val="0"/>
              </a:spcAft>
              <a:buClr>
                <a:schemeClr val="lt1"/>
              </a:buClr>
              <a:buSzPts val="1400"/>
              <a:buNone/>
              <a:defRPr>
                <a:solidFill>
                  <a:schemeClr val="lt1"/>
                </a:solidFill>
              </a:defRPr>
            </a:lvl9pPr>
          </a:lstStyle>
          <a:p>
            <a:endParaRPr/>
          </a:p>
        </p:txBody>
      </p:sp>
      <p:sp>
        <p:nvSpPr>
          <p:cNvPr id="371" name="Google Shape;371;p31"/>
          <p:cNvSpPr txBox="1">
            <a:spLocks noGrp="1"/>
          </p:cNvSpPr>
          <p:nvPr>
            <p:ph type="subTitle" idx="6"/>
          </p:nvPr>
        </p:nvSpPr>
        <p:spPr>
          <a:xfrm>
            <a:off x="3437500" y="882725"/>
            <a:ext cx="2294700" cy="5007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372" name="Google Shape;372;p31"/>
          <p:cNvSpPr txBox="1">
            <a:spLocks noGrp="1"/>
          </p:cNvSpPr>
          <p:nvPr>
            <p:ph type="title" idx="7"/>
          </p:nvPr>
        </p:nvSpPr>
        <p:spPr>
          <a:xfrm>
            <a:off x="3611850" y="1848195"/>
            <a:ext cx="1924200" cy="5940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6200"/>
              <a:buNone/>
              <a:defRPr sz="6200"/>
            </a:lvl1pPr>
            <a:lvl2pPr lvl="1">
              <a:spcBef>
                <a:spcPts val="0"/>
              </a:spcBef>
              <a:spcAft>
                <a:spcPts val="0"/>
              </a:spcAft>
              <a:buClr>
                <a:schemeClr val="lt1"/>
              </a:buClr>
              <a:buSzPts val="6200"/>
              <a:buNone/>
              <a:defRPr sz="6200"/>
            </a:lvl2pPr>
            <a:lvl3pPr lvl="2">
              <a:spcBef>
                <a:spcPts val="0"/>
              </a:spcBef>
              <a:spcAft>
                <a:spcPts val="0"/>
              </a:spcAft>
              <a:buClr>
                <a:schemeClr val="lt1"/>
              </a:buClr>
              <a:buSzPts val="6200"/>
              <a:buNone/>
              <a:defRPr sz="6200"/>
            </a:lvl3pPr>
            <a:lvl4pPr lvl="3">
              <a:spcBef>
                <a:spcPts val="0"/>
              </a:spcBef>
              <a:spcAft>
                <a:spcPts val="0"/>
              </a:spcAft>
              <a:buClr>
                <a:schemeClr val="lt1"/>
              </a:buClr>
              <a:buSzPts val="6200"/>
              <a:buNone/>
              <a:defRPr sz="6200"/>
            </a:lvl4pPr>
            <a:lvl5pPr lvl="4">
              <a:spcBef>
                <a:spcPts val="0"/>
              </a:spcBef>
              <a:spcAft>
                <a:spcPts val="0"/>
              </a:spcAft>
              <a:buClr>
                <a:schemeClr val="lt1"/>
              </a:buClr>
              <a:buSzPts val="6200"/>
              <a:buNone/>
              <a:defRPr sz="6200"/>
            </a:lvl5pPr>
            <a:lvl6pPr lvl="5">
              <a:spcBef>
                <a:spcPts val="0"/>
              </a:spcBef>
              <a:spcAft>
                <a:spcPts val="0"/>
              </a:spcAft>
              <a:buClr>
                <a:schemeClr val="lt1"/>
              </a:buClr>
              <a:buSzPts val="6200"/>
              <a:buNone/>
              <a:defRPr sz="6200"/>
            </a:lvl6pPr>
            <a:lvl7pPr lvl="6">
              <a:spcBef>
                <a:spcPts val="0"/>
              </a:spcBef>
              <a:spcAft>
                <a:spcPts val="0"/>
              </a:spcAft>
              <a:buClr>
                <a:schemeClr val="lt1"/>
              </a:buClr>
              <a:buSzPts val="6200"/>
              <a:buNone/>
              <a:defRPr sz="6200"/>
            </a:lvl7pPr>
            <a:lvl8pPr lvl="7">
              <a:spcBef>
                <a:spcPts val="0"/>
              </a:spcBef>
              <a:spcAft>
                <a:spcPts val="0"/>
              </a:spcAft>
              <a:buClr>
                <a:schemeClr val="lt1"/>
              </a:buClr>
              <a:buSzPts val="6200"/>
              <a:buNone/>
              <a:defRPr sz="6200"/>
            </a:lvl8pPr>
            <a:lvl9pPr lvl="8">
              <a:spcBef>
                <a:spcPts val="0"/>
              </a:spcBef>
              <a:spcAft>
                <a:spcPts val="0"/>
              </a:spcAft>
              <a:buClr>
                <a:schemeClr val="lt1"/>
              </a:buClr>
              <a:buSzPts val="6200"/>
              <a:buNone/>
              <a:defRPr sz="6200"/>
            </a:lvl9pPr>
          </a:lstStyle>
          <a:p>
            <a:endParaRPr/>
          </a:p>
        </p:txBody>
      </p:sp>
      <p:sp>
        <p:nvSpPr>
          <p:cNvPr id="373" name="Google Shape;373;p31"/>
          <p:cNvSpPr txBox="1">
            <a:spLocks noGrp="1"/>
          </p:cNvSpPr>
          <p:nvPr>
            <p:ph type="title" idx="8"/>
          </p:nvPr>
        </p:nvSpPr>
        <p:spPr>
          <a:xfrm>
            <a:off x="3611850" y="3250202"/>
            <a:ext cx="1920300" cy="594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6200"/>
              <a:buFont typeface="Urbanist"/>
              <a:buNone/>
              <a:defRPr sz="6200">
                <a:latin typeface="Urbanist"/>
                <a:ea typeface="Urbanist"/>
                <a:cs typeface="Urbanist"/>
                <a:sym typeface="Urbanist"/>
              </a:defRPr>
            </a:lvl1pPr>
            <a:lvl2pPr lvl="1">
              <a:spcBef>
                <a:spcPts val="0"/>
              </a:spcBef>
              <a:spcAft>
                <a:spcPts val="0"/>
              </a:spcAft>
              <a:buClr>
                <a:schemeClr val="lt1"/>
              </a:buClr>
              <a:buSzPts val="3000"/>
              <a:buFont typeface="Urbanist"/>
              <a:buNone/>
              <a:defRPr/>
            </a:lvl2pPr>
            <a:lvl3pPr lvl="2">
              <a:spcBef>
                <a:spcPts val="0"/>
              </a:spcBef>
              <a:spcAft>
                <a:spcPts val="0"/>
              </a:spcAft>
              <a:buClr>
                <a:schemeClr val="lt1"/>
              </a:buClr>
              <a:buSzPts val="3000"/>
              <a:buFont typeface="Urbanist"/>
              <a:buNone/>
              <a:defRPr/>
            </a:lvl3pPr>
            <a:lvl4pPr lvl="3">
              <a:spcBef>
                <a:spcPts val="0"/>
              </a:spcBef>
              <a:spcAft>
                <a:spcPts val="0"/>
              </a:spcAft>
              <a:buClr>
                <a:schemeClr val="lt1"/>
              </a:buClr>
              <a:buSzPts val="3000"/>
              <a:buFont typeface="Urbanist"/>
              <a:buNone/>
              <a:defRPr/>
            </a:lvl4pPr>
            <a:lvl5pPr lvl="4">
              <a:spcBef>
                <a:spcPts val="0"/>
              </a:spcBef>
              <a:spcAft>
                <a:spcPts val="0"/>
              </a:spcAft>
              <a:buClr>
                <a:schemeClr val="lt1"/>
              </a:buClr>
              <a:buSzPts val="3000"/>
              <a:buFont typeface="Urbanist"/>
              <a:buNone/>
              <a:defRPr/>
            </a:lvl5pPr>
            <a:lvl6pPr lvl="5">
              <a:spcBef>
                <a:spcPts val="0"/>
              </a:spcBef>
              <a:spcAft>
                <a:spcPts val="0"/>
              </a:spcAft>
              <a:buClr>
                <a:schemeClr val="lt1"/>
              </a:buClr>
              <a:buSzPts val="3000"/>
              <a:buFont typeface="Urbanist"/>
              <a:buNone/>
              <a:defRPr/>
            </a:lvl6pPr>
            <a:lvl7pPr lvl="6">
              <a:spcBef>
                <a:spcPts val="0"/>
              </a:spcBef>
              <a:spcAft>
                <a:spcPts val="0"/>
              </a:spcAft>
              <a:buClr>
                <a:schemeClr val="lt1"/>
              </a:buClr>
              <a:buSzPts val="3000"/>
              <a:buFont typeface="Urbanist"/>
              <a:buNone/>
              <a:defRPr/>
            </a:lvl7pPr>
            <a:lvl8pPr lvl="7">
              <a:spcBef>
                <a:spcPts val="0"/>
              </a:spcBef>
              <a:spcAft>
                <a:spcPts val="0"/>
              </a:spcAft>
              <a:buClr>
                <a:schemeClr val="lt1"/>
              </a:buClr>
              <a:buSzPts val="3000"/>
              <a:buFont typeface="Urbanist"/>
              <a:buNone/>
              <a:defRPr/>
            </a:lvl8pPr>
            <a:lvl9pPr lvl="8">
              <a:spcBef>
                <a:spcPts val="0"/>
              </a:spcBef>
              <a:spcAft>
                <a:spcPts val="0"/>
              </a:spcAft>
              <a:buClr>
                <a:schemeClr val="lt1"/>
              </a:buClr>
              <a:buSzPts val="3000"/>
              <a:buFont typeface="Urbanist"/>
              <a:buNone/>
              <a:defRPr/>
            </a:lvl9pPr>
          </a:lstStyle>
          <a:p>
            <a:endParaRPr/>
          </a:p>
        </p:txBody>
      </p:sp>
      <p:sp>
        <p:nvSpPr>
          <p:cNvPr id="374" name="Google Shape;374;p31"/>
          <p:cNvSpPr txBox="1">
            <a:spLocks noGrp="1"/>
          </p:cNvSpPr>
          <p:nvPr>
            <p:ph type="subTitle" idx="9"/>
          </p:nvPr>
        </p:nvSpPr>
        <p:spPr>
          <a:xfrm>
            <a:off x="3611850" y="2707575"/>
            <a:ext cx="2120400" cy="168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375" name="Google Shape;375;p31"/>
          <p:cNvSpPr txBox="1">
            <a:spLocks noGrp="1"/>
          </p:cNvSpPr>
          <p:nvPr>
            <p:ph type="subTitle" idx="13"/>
          </p:nvPr>
        </p:nvSpPr>
        <p:spPr>
          <a:xfrm>
            <a:off x="3611850" y="4076800"/>
            <a:ext cx="2120400" cy="1683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000"/>
              <a:buFont typeface="Urbanist"/>
              <a:buNone/>
              <a:defRPr sz="10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376" name="Google Shape;376;p31"/>
          <p:cNvSpPr txBox="1">
            <a:spLocks noGrp="1"/>
          </p:cNvSpPr>
          <p:nvPr>
            <p:ph type="subTitle" idx="14"/>
          </p:nvPr>
        </p:nvSpPr>
        <p:spPr>
          <a:xfrm>
            <a:off x="6258900" y="3267725"/>
            <a:ext cx="2478300" cy="500700"/>
          </a:xfrm>
          <a:prstGeom prst="rect">
            <a:avLst/>
          </a:prstGeom>
        </p:spPr>
        <p:txBody>
          <a:bodyPr spcFirstLastPara="1" wrap="square" lIns="0" tIns="0" rIns="91425" bIns="91425" anchor="t" anchorCtr="0">
            <a:noAutofit/>
          </a:bodyPr>
          <a:lstStyle>
            <a:lvl1pPr lvl="0">
              <a:spcBef>
                <a:spcPts val="0"/>
              </a:spcBef>
              <a:spcAft>
                <a:spcPts val="0"/>
              </a:spcAft>
              <a:buClr>
                <a:schemeClr val="lt1"/>
              </a:buClr>
              <a:buSzPts val="1200"/>
              <a:buFont typeface="Urbanist"/>
              <a:buNone/>
              <a:defRPr sz="1200"/>
            </a:lvl1pPr>
            <a:lvl2pPr lvl="1">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2pPr>
            <a:lvl3pPr lvl="2">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3pPr>
            <a:lvl4pPr lvl="3">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4pPr>
            <a:lvl5pPr lvl="4">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5pPr>
            <a:lvl6pPr lvl="5">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6pPr>
            <a:lvl7pPr lvl="6">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7pPr>
            <a:lvl8pPr lvl="7">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8pPr>
            <a:lvl9pPr lvl="8">
              <a:spcBef>
                <a:spcPts val="0"/>
              </a:spcBef>
              <a:spcAft>
                <a:spcPts val="0"/>
              </a:spcAft>
              <a:buClr>
                <a:schemeClr val="lt1"/>
              </a:buClr>
              <a:buSzPts val="1200"/>
              <a:buFont typeface="Urbanist"/>
              <a:buNone/>
              <a:defRPr sz="1200">
                <a:solidFill>
                  <a:schemeClr val="lt1"/>
                </a:solidFill>
                <a:latin typeface="Urbanist"/>
                <a:ea typeface="Urbanist"/>
                <a:cs typeface="Urbanist"/>
                <a:sym typeface="Urbanist"/>
              </a:defRPr>
            </a:lvl9pPr>
          </a:lstStyle>
          <a:p>
            <a:endParaRPr/>
          </a:p>
        </p:txBody>
      </p:sp>
      <p:sp>
        <p:nvSpPr>
          <p:cNvPr id="377" name="Google Shape;377;p31"/>
          <p:cNvSpPr txBox="1">
            <a:spLocks noGrp="1"/>
          </p:cNvSpPr>
          <p:nvPr>
            <p:ph type="subTitle" idx="15"/>
          </p:nvPr>
        </p:nvSpPr>
        <p:spPr>
          <a:xfrm>
            <a:off x="6258900" y="3955225"/>
            <a:ext cx="2478300" cy="330000"/>
          </a:xfrm>
          <a:prstGeom prst="rect">
            <a:avLst/>
          </a:prstGeom>
        </p:spPr>
        <p:txBody>
          <a:bodyPr spcFirstLastPara="1" wrap="square" lIns="0" tIns="0" rIns="91425" bIns="91425" anchor="t" anchorCtr="0">
            <a:noAutofit/>
          </a:bodyPr>
          <a:lstStyle>
            <a:lvl1pPr lvl="0">
              <a:spcBef>
                <a:spcPts val="0"/>
              </a:spcBef>
              <a:spcAft>
                <a:spcPts val="0"/>
              </a:spcAft>
              <a:buClr>
                <a:schemeClr val="accent3"/>
              </a:buClr>
              <a:buSzPts val="1600"/>
              <a:buFont typeface="Urbanist"/>
              <a:buNone/>
              <a:defRPr b="1" u="sng">
                <a:solidFill>
                  <a:schemeClr val="accent3"/>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Title slide">
  <p:cSld name="Title slide">
    <p:spTree>
      <p:nvGrpSpPr>
        <p:cNvPr id="1" name="Shape 378"/>
        <p:cNvGrpSpPr/>
        <p:nvPr/>
      </p:nvGrpSpPr>
      <p:grpSpPr>
        <a:xfrm>
          <a:off x="0" y="0"/>
          <a:ext cx="0" cy="0"/>
          <a:chOff x="0" y="0"/>
          <a:chExt cx="0" cy="0"/>
        </a:xfrm>
      </p:grpSpPr>
      <p:sp>
        <p:nvSpPr>
          <p:cNvPr id="379" name="Google Shape;379;p3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380" name="Google Shape;380;p3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Autofit/>
          </a:bodyPr>
          <a:lstStyle>
            <a:lvl1pPr lvl="0" algn="ctr">
              <a:spcBef>
                <a:spcPts val="0"/>
              </a:spcBef>
              <a:spcAft>
                <a:spcPts val="0"/>
              </a:spcAft>
              <a:buSzPts val="2800"/>
              <a:buNone/>
              <a:defRPr sz="2800"/>
            </a:lvl1pPr>
            <a:lvl2pPr lvl="1" algn="ctr">
              <a:spcBef>
                <a:spcPts val="0"/>
              </a:spcBef>
              <a:spcAft>
                <a:spcPts val="0"/>
              </a:spcAft>
              <a:buSzPts val="2800"/>
              <a:buNone/>
              <a:defRPr sz="2800"/>
            </a:lvl2pPr>
            <a:lvl3pPr lvl="2" algn="ctr">
              <a:spcBef>
                <a:spcPts val="0"/>
              </a:spcBef>
              <a:spcAft>
                <a:spcPts val="0"/>
              </a:spcAft>
              <a:buSzPts val="2800"/>
              <a:buNone/>
              <a:defRPr sz="2800"/>
            </a:lvl3pPr>
            <a:lvl4pPr lvl="3" algn="ctr">
              <a:spcBef>
                <a:spcPts val="0"/>
              </a:spcBef>
              <a:spcAft>
                <a:spcPts val="0"/>
              </a:spcAft>
              <a:buSzPts val="2800"/>
              <a:buNone/>
              <a:defRPr sz="2800"/>
            </a:lvl4pPr>
            <a:lvl5pPr lvl="4" algn="ctr">
              <a:spcBef>
                <a:spcPts val="0"/>
              </a:spcBef>
              <a:spcAft>
                <a:spcPts val="0"/>
              </a:spcAft>
              <a:buSzPts val="2800"/>
              <a:buNone/>
              <a:defRPr sz="2800"/>
            </a:lvl5pPr>
            <a:lvl6pPr lvl="5" algn="ctr">
              <a:spcBef>
                <a:spcPts val="0"/>
              </a:spcBef>
              <a:spcAft>
                <a:spcPts val="0"/>
              </a:spcAft>
              <a:buSzPts val="2800"/>
              <a:buNone/>
              <a:defRPr sz="2800"/>
            </a:lvl6pPr>
            <a:lvl7pPr lvl="6" algn="ctr">
              <a:spcBef>
                <a:spcPts val="0"/>
              </a:spcBef>
              <a:spcAft>
                <a:spcPts val="0"/>
              </a:spcAft>
              <a:buSzPts val="2800"/>
              <a:buNone/>
              <a:defRPr sz="2800"/>
            </a:lvl7pPr>
            <a:lvl8pPr lvl="7" algn="ctr">
              <a:spcBef>
                <a:spcPts val="0"/>
              </a:spcBef>
              <a:spcAft>
                <a:spcPts val="0"/>
              </a:spcAft>
              <a:buSzPts val="2800"/>
              <a:buNone/>
              <a:defRPr sz="2800"/>
            </a:lvl8pPr>
            <a:lvl9pPr lvl="8" algn="ctr">
              <a:spcBef>
                <a:spcPts val="0"/>
              </a:spcBef>
              <a:spcAft>
                <a:spcPts val="0"/>
              </a:spcAft>
              <a:buSzPts val="2800"/>
              <a:buNone/>
              <a:defRPr sz="2800"/>
            </a:lvl9pPr>
          </a:lstStyle>
          <a:p>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Section header">
  <p:cSld name="Section header">
    <p:spTree>
      <p:nvGrpSpPr>
        <p:cNvPr id="1" name="Shape 381"/>
        <p:cNvGrpSpPr/>
        <p:nvPr/>
      </p:nvGrpSpPr>
      <p:grpSpPr>
        <a:xfrm>
          <a:off x="0" y="0"/>
          <a:ext cx="0" cy="0"/>
          <a:chOff x="0" y="0"/>
          <a:chExt cx="0" cy="0"/>
        </a:xfrm>
      </p:grpSpPr>
      <p:sp>
        <p:nvSpPr>
          <p:cNvPr id="382" name="Google Shape;382;p3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body">
  <p:cSld name="Title and body">
    <p:spTree>
      <p:nvGrpSpPr>
        <p:cNvPr id="1" name="Shape 383"/>
        <p:cNvGrpSpPr/>
        <p:nvPr/>
      </p:nvGrpSpPr>
      <p:grpSpPr>
        <a:xfrm>
          <a:off x="0" y="0"/>
          <a:ext cx="0" cy="0"/>
          <a:chOff x="0" y="0"/>
          <a:chExt cx="0" cy="0"/>
        </a:xfrm>
      </p:grpSpPr>
      <p:sp>
        <p:nvSpPr>
          <p:cNvPr id="384" name="Google Shape;384;p3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85" name="Google Shape;385;p3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p:cSld name="Title and two columns">
    <p:spTree>
      <p:nvGrpSpPr>
        <p:cNvPr id="1" name="Shape 386"/>
        <p:cNvGrpSpPr/>
        <p:nvPr/>
      </p:nvGrpSpPr>
      <p:grpSpPr>
        <a:xfrm>
          <a:off x="0" y="0"/>
          <a:ext cx="0" cy="0"/>
          <a:chOff x="0" y="0"/>
          <a:chExt cx="0" cy="0"/>
        </a:xfrm>
      </p:grpSpPr>
      <p:sp>
        <p:nvSpPr>
          <p:cNvPr id="387" name="Google Shape;387;p3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388" name="Google Shape;388;p3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389" name="Google Shape;389;p3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390"/>
        <p:cNvGrpSpPr/>
        <p:nvPr/>
      </p:nvGrpSpPr>
      <p:grpSpPr>
        <a:xfrm>
          <a:off x="0" y="0"/>
          <a:ext cx="0" cy="0"/>
          <a:chOff x="0" y="0"/>
          <a:chExt cx="0" cy="0"/>
        </a:xfrm>
      </p:grpSpPr>
      <p:sp>
        <p:nvSpPr>
          <p:cNvPr id="391" name="Google Shape;391;p3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One column text">
  <p:cSld name="One column text">
    <p:spTree>
      <p:nvGrpSpPr>
        <p:cNvPr id="1" name="Shape 392"/>
        <p:cNvGrpSpPr/>
        <p:nvPr/>
      </p:nvGrpSpPr>
      <p:grpSpPr>
        <a:xfrm>
          <a:off x="0" y="0"/>
          <a:ext cx="0" cy="0"/>
          <a:chOff x="0" y="0"/>
          <a:chExt cx="0" cy="0"/>
        </a:xfrm>
      </p:grpSpPr>
      <p:sp>
        <p:nvSpPr>
          <p:cNvPr id="393" name="Google Shape;393;p3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94" name="Google Shape;394;p3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Main point">
  <p:cSld name="Main point">
    <p:spTree>
      <p:nvGrpSpPr>
        <p:cNvPr id="1" name="Shape 395"/>
        <p:cNvGrpSpPr/>
        <p:nvPr/>
      </p:nvGrpSpPr>
      <p:grpSpPr>
        <a:xfrm>
          <a:off x="0" y="0"/>
          <a:ext cx="0" cy="0"/>
          <a:chOff x="0" y="0"/>
          <a:chExt cx="0" cy="0"/>
        </a:xfrm>
      </p:grpSpPr>
      <p:sp>
        <p:nvSpPr>
          <p:cNvPr id="396" name="Google Shape;396;p3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title and description">
  <p:cSld name="Section title and description">
    <p:spTree>
      <p:nvGrpSpPr>
        <p:cNvPr id="1" name="Shape 397"/>
        <p:cNvGrpSpPr/>
        <p:nvPr/>
      </p:nvGrpSpPr>
      <p:grpSpPr>
        <a:xfrm>
          <a:off x="0" y="0"/>
          <a:ext cx="0" cy="0"/>
          <a:chOff x="0" y="0"/>
          <a:chExt cx="0" cy="0"/>
        </a:xfrm>
      </p:grpSpPr>
      <p:sp>
        <p:nvSpPr>
          <p:cNvPr id="398" name="Google Shape;398;p3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99" name="Google Shape;399;p3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a:endParaRPr/>
          </a:p>
        </p:txBody>
      </p:sp>
      <p:sp>
        <p:nvSpPr>
          <p:cNvPr id="400" name="Google Shape;400;p3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Caption">
  <p:cSld name="Caption">
    <p:spTree>
      <p:nvGrpSpPr>
        <p:cNvPr id="1" name="Shape 401"/>
        <p:cNvGrpSpPr/>
        <p:nvPr/>
      </p:nvGrpSpPr>
      <p:grpSpPr>
        <a:xfrm>
          <a:off x="0" y="0"/>
          <a:ext cx="0" cy="0"/>
          <a:chOff x="0" y="0"/>
          <a:chExt cx="0" cy="0"/>
        </a:xfrm>
      </p:grpSpPr>
      <p:sp>
        <p:nvSpPr>
          <p:cNvPr id="402" name="Google Shape;402;p4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Autofit/>
          </a:bodyPr>
          <a:lstStyle>
            <a:lvl1pPr marL="457200" lvl="0" indent="-228600">
              <a:spcBef>
                <a:spcPts val="0"/>
              </a:spcBef>
              <a:spcAft>
                <a:spcPts val="0"/>
              </a:spcAft>
              <a:buSzPts val="1200"/>
              <a:buNone/>
              <a:defRPr/>
            </a:lvl1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ig number">
  <p:cSld name="Big number">
    <p:spTree>
      <p:nvGrpSpPr>
        <p:cNvPr id="1" name="Shape 403"/>
        <p:cNvGrpSpPr/>
        <p:nvPr/>
      </p:nvGrpSpPr>
      <p:grpSpPr>
        <a:xfrm>
          <a:off x="0" y="0"/>
          <a:ext cx="0" cy="0"/>
          <a:chOff x="0" y="0"/>
          <a:chExt cx="0" cy="0"/>
        </a:xfrm>
      </p:grpSpPr>
      <p:sp>
        <p:nvSpPr>
          <p:cNvPr id="404" name="Google Shape;404;p4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5" name="Google Shape;405;p4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Autofit/>
          </a:bodyPr>
          <a:lstStyle>
            <a:lvl1pPr marL="457200" lvl="0" indent="-304800" algn="ctr">
              <a:spcBef>
                <a:spcPts val="0"/>
              </a:spcBef>
              <a:spcAft>
                <a:spcPts val="0"/>
              </a:spcAft>
              <a:buSzPts val="1200"/>
              <a:buChar char="●"/>
              <a:defRPr/>
            </a:lvl1pPr>
            <a:lvl2pPr marL="914400" lvl="1" indent="-304800" algn="ctr">
              <a:spcBef>
                <a:spcPts val="0"/>
              </a:spcBef>
              <a:spcAft>
                <a:spcPts val="0"/>
              </a:spcAft>
              <a:buSzPts val="1200"/>
              <a:buChar char="○"/>
              <a:defRPr/>
            </a:lvl2pPr>
            <a:lvl3pPr marL="1371600" lvl="2" indent="-304800" algn="ctr">
              <a:spcBef>
                <a:spcPts val="0"/>
              </a:spcBef>
              <a:spcAft>
                <a:spcPts val="0"/>
              </a:spcAft>
              <a:buSzPts val="1200"/>
              <a:buChar char="■"/>
              <a:defRPr/>
            </a:lvl3pPr>
            <a:lvl4pPr marL="1828800" lvl="3" indent="-304800" algn="ctr">
              <a:spcBef>
                <a:spcPts val="0"/>
              </a:spcBef>
              <a:spcAft>
                <a:spcPts val="0"/>
              </a:spcAft>
              <a:buSzPts val="1200"/>
              <a:buChar char="●"/>
              <a:defRPr/>
            </a:lvl4pPr>
            <a:lvl5pPr marL="2286000" lvl="4" indent="-304800" algn="ctr">
              <a:spcBef>
                <a:spcPts val="0"/>
              </a:spcBef>
              <a:spcAft>
                <a:spcPts val="0"/>
              </a:spcAft>
              <a:buSzPts val="1200"/>
              <a:buChar char="○"/>
              <a:defRPr/>
            </a:lvl5pPr>
            <a:lvl6pPr marL="2743200" lvl="5" indent="-304800" algn="ctr">
              <a:spcBef>
                <a:spcPts val="0"/>
              </a:spcBef>
              <a:spcAft>
                <a:spcPts val="0"/>
              </a:spcAft>
              <a:buSzPts val="1200"/>
              <a:buChar char="■"/>
              <a:defRPr/>
            </a:lvl6pPr>
            <a:lvl7pPr marL="3200400" lvl="6" indent="-304800" algn="ctr">
              <a:spcBef>
                <a:spcPts val="0"/>
              </a:spcBef>
              <a:spcAft>
                <a:spcPts val="0"/>
              </a:spcAft>
              <a:buSzPts val="1200"/>
              <a:buChar char="●"/>
              <a:defRPr/>
            </a:lvl7pPr>
            <a:lvl8pPr marL="3657600" lvl="7" indent="-304800" algn="ctr">
              <a:spcBef>
                <a:spcPts val="0"/>
              </a:spcBef>
              <a:spcAft>
                <a:spcPts val="0"/>
              </a:spcAft>
              <a:buSzPts val="1200"/>
              <a:buChar char="○"/>
              <a:defRPr/>
            </a:lvl8pPr>
            <a:lvl9pPr marL="4114800" lvl="8" indent="-304800" algn="ctr">
              <a:spcBef>
                <a:spcPts val="0"/>
              </a:spcBef>
              <a:spcAft>
                <a:spcPts val="0"/>
              </a:spcAft>
              <a:buSzPts val="1200"/>
              <a:buChar char="■"/>
              <a:defRPr/>
            </a:lvl9pPr>
          </a:lstStyle>
          <a:p>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Blank">
  <p:cSld name="Blank">
    <p:spTree>
      <p:nvGrpSpPr>
        <p:cNvPr id="1" name="Shape 406"/>
        <p:cNvGrpSpPr/>
        <p:nvPr/>
      </p:nvGrpSpPr>
      <p:grpSpPr>
        <a:xfrm>
          <a:off x="0" y="0"/>
          <a:ext cx="0" cy="0"/>
          <a:chOff x="0" y="0"/>
          <a:chExt cx="0" cy="0"/>
        </a:xfrm>
      </p:grpSpPr>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Agenda">
  <p:cSld name="Agenda">
    <p:spTree>
      <p:nvGrpSpPr>
        <p:cNvPr id="1" name="Shape 407"/>
        <p:cNvGrpSpPr/>
        <p:nvPr/>
      </p:nvGrpSpPr>
      <p:grpSpPr>
        <a:xfrm>
          <a:off x="0" y="0"/>
          <a:ext cx="0" cy="0"/>
          <a:chOff x="0" y="0"/>
          <a:chExt cx="0" cy="0"/>
        </a:xfrm>
      </p:grpSpPr>
      <p:sp>
        <p:nvSpPr>
          <p:cNvPr id="408" name="Google Shape;408;p43"/>
          <p:cNvSpPr txBox="1">
            <a:spLocks noGrp="1"/>
          </p:cNvSpPr>
          <p:nvPr>
            <p:ph type="title"/>
          </p:nvPr>
        </p:nvSpPr>
        <p:spPr>
          <a:xfrm>
            <a:off x="677325" y="1832775"/>
            <a:ext cx="3217200" cy="1484100"/>
          </a:xfrm>
          <a:prstGeom prst="rect">
            <a:avLst/>
          </a:prstGeom>
        </p:spPr>
        <p:txBody>
          <a:bodyPr spcFirstLastPara="1" wrap="square" lIns="91425" tIns="91425" rIns="91425" bIns="91425" anchor="ctr" anchorCtr="0">
            <a:noAutofit/>
          </a:bodyPr>
          <a:lstStyle>
            <a:lvl1pPr lvl="0">
              <a:spcBef>
                <a:spcPts val="0"/>
              </a:spcBef>
              <a:spcAft>
                <a:spcPts val="0"/>
              </a:spcAft>
              <a:buSzPts val="4200"/>
              <a:buNone/>
              <a:defRPr sz="4200"/>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09" name="Google Shape;409;p43"/>
          <p:cNvSpPr txBox="1">
            <a:spLocks noGrp="1"/>
          </p:cNvSpPr>
          <p:nvPr>
            <p:ph type="subTitle" idx="1"/>
          </p:nvPr>
        </p:nvSpPr>
        <p:spPr>
          <a:xfrm>
            <a:off x="4406650" y="39375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10" name="Google Shape;410;p43"/>
          <p:cNvSpPr txBox="1">
            <a:spLocks noGrp="1"/>
          </p:cNvSpPr>
          <p:nvPr>
            <p:ph type="subTitle" idx="2"/>
          </p:nvPr>
        </p:nvSpPr>
        <p:spPr>
          <a:xfrm>
            <a:off x="4406650" y="115170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11" name="Google Shape;411;p43"/>
          <p:cNvSpPr txBox="1">
            <a:spLocks noGrp="1"/>
          </p:cNvSpPr>
          <p:nvPr>
            <p:ph type="subTitle" idx="3"/>
          </p:nvPr>
        </p:nvSpPr>
        <p:spPr>
          <a:xfrm>
            <a:off x="4406650" y="342557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12" name="Google Shape;412;p43"/>
          <p:cNvSpPr txBox="1">
            <a:spLocks noGrp="1"/>
          </p:cNvSpPr>
          <p:nvPr>
            <p:ph type="subTitle" idx="4"/>
          </p:nvPr>
        </p:nvSpPr>
        <p:spPr>
          <a:xfrm>
            <a:off x="4406650" y="1909660"/>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13" name="Google Shape;413;p43"/>
          <p:cNvSpPr txBox="1">
            <a:spLocks noGrp="1"/>
          </p:cNvSpPr>
          <p:nvPr>
            <p:ph type="subTitle" idx="5"/>
          </p:nvPr>
        </p:nvSpPr>
        <p:spPr>
          <a:xfrm>
            <a:off x="4406650" y="418352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14" name="Google Shape;414;p43"/>
          <p:cNvSpPr txBox="1">
            <a:spLocks noGrp="1"/>
          </p:cNvSpPr>
          <p:nvPr>
            <p:ph type="subTitle" idx="6"/>
          </p:nvPr>
        </p:nvSpPr>
        <p:spPr>
          <a:xfrm>
            <a:off x="4406650" y="2667615"/>
            <a:ext cx="44097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Title, body and image">
  <p:cSld name="Title, body and image">
    <p:spTree>
      <p:nvGrpSpPr>
        <p:cNvPr id="1" name="Shape 415"/>
        <p:cNvGrpSpPr/>
        <p:nvPr/>
      </p:nvGrpSpPr>
      <p:grpSpPr>
        <a:xfrm>
          <a:off x="0" y="0"/>
          <a:ext cx="0" cy="0"/>
          <a:chOff x="0" y="0"/>
          <a:chExt cx="0" cy="0"/>
        </a:xfrm>
      </p:grpSpPr>
      <p:sp>
        <p:nvSpPr>
          <p:cNvPr id="416" name="Google Shape;416;p4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17" name="Google Shape;417;p44"/>
          <p:cNvSpPr txBox="1">
            <a:spLocks noGrp="1"/>
          </p:cNvSpPr>
          <p:nvPr>
            <p:ph type="body" idx="1"/>
          </p:nvPr>
        </p:nvSpPr>
        <p:spPr>
          <a:xfrm>
            <a:off x="311700" y="1152475"/>
            <a:ext cx="4473900" cy="34164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18" name="Google Shape;418;p44"/>
          <p:cNvSpPr>
            <a:spLocks noGrp="1"/>
          </p:cNvSpPr>
          <p:nvPr>
            <p:ph type="pic" idx="2"/>
          </p:nvPr>
        </p:nvSpPr>
        <p:spPr>
          <a:xfrm>
            <a:off x="4992024" y="1152775"/>
            <a:ext cx="3840300" cy="3416400"/>
          </a:xfrm>
          <a:prstGeom prst="rect">
            <a:avLst/>
          </a:prstGeom>
          <a:noFill/>
          <a:ln>
            <a:noFill/>
          </a:ln>
        </p:spPr>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Two big ideas">
  <p:cSld name="Two big ideas">
    <p:spTree>
      <p:nvGrpSpPr>
        <p:cNvPr id="1" name="Shape 419"/>
        <p:cNvGrpSpPr/>
        <p:nvPr/>
      </p:nvGrpSpPr>
      <p:grpSpPr>
        <a:xfrm>
          <a:off x="0" y="0"/>
          <a:ext cx="0" cy="0"/>
          <a:chOff x="0" y="0"/>
          <a:chExt cx="0" cy="0"/>
        </a:xfrm>
      </p:grpSpPr>
      <p:sp>
        <p:nvSpPr>
          <p:cNvPr id="420" name="Google Shape;420;p45"/>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21" name="Google Shape;421;p45"/>
          <p:cNvSpPr txBox="1">
            <a:spLocks noGrp="1"/>
          </p:cNvSpPr>
          <p:nvPr>
            <p:ph type="body" idx="1"/>
          </p:nvPr>
        </p:nvSpPr>
        <p:spPr>
          <a:xfrm>
            <a:off x="483150" y="2237788"/>
            <a:ext cx="36198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22" name="Google Shape;422;p45"/>
          <p:cNvSpPr txBox="1">
            <a:spLocks noGrp="1"/>
          </p:cNvSpPr>
          <p:nvPr>
            <p:ph type="body" idx="2"/>
          </p:nvPr>
        </p:nvSpPr>
        <p:spPr>
          <a:xfrm>
            <a:off x="5048000" y="2237788"/>
            <a:ext cx="36198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23" name="Google Shape;423;p45"/>
          <p:cNvSpPr txBox="1">
            <a:spLocks noGrp="1"/>
          </p:cNvSpPr>
          <p:nvPr>
            <p:ph type="subTitle" idx="3"/>
          </p:nvPr>
        </p:nvSpPr>
        <p:spPr>
          <a:xfrm>
            <a:off x="48315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24" name="Google Shape;424;p45"/>
          <p:cNvSpPr txBox="1">
            <a:spLocks noGrp="1"/>
          </p:cNvSpPr>
          <p:nvPr>
            <p:ph type="subTitle" idx="4"/>
          </p:nvPr>
        </p:nvSpPr>
        <p:spPr>
          <a:xfrm>
            <a:off x="5048000" y="1336161"/>
            <a:ext cx="3619800" cy="5427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hree big ideas">
  <p:cSld name="Three big ideas">
    <p:spTree>
      <p:nvGrpSpPr>
        <p:cNvPr id="1" name="Shape 425"/>
        <p:cNvGrpSpPr/>
        <p:nvPr/>
      </p:nvGrpSpPr>
      <p:grpSpPr>
        <a:xfrm>
          <a:off x="0" y="0"/>
          <a:ext cx="0" cy="0"/>
          <a:chOff x="0" y="0"/>
          <a:chExt cx="0" cy="0"/>
        </a:xfrm>
      </p:grpSpPr>
      <p:sp>
        <p:nvSpPr>
          <p:cNvPr id="426" name="Google Shape;426;p46"/>
          <p:cNvSpPr txBox="1">
            <a:spLocks noGrp="1"/>
          </p:cNvSpPr>
          <p:nvPr>
            <p:ph type="body" idx="1"/>
          </p:nvPr>
        </p:nvSpPr>
        <p:spPr>
          <a:xfrm>
            <a:off x="483175" y="2417500"/>
            <a:ext cx="2455500" cy="23736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27" name="Google Shape;427;p46"/>
          <p:cNvSpPr txBox="1">
            <a:spLocks noGrp="1"/>
          </p:cNvSpPr>
          <p:nvPr>
            <p:ph type="body" idx="2"/>
          </p:nvPr>
        </p:nvSpPr>
        <p:spPr>
          <a:xfrm>
            <a:off x="334772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28" name="Google Shape;428;p46"/>
          <p:cNvSpPr txBox="1">
            <a:spLocks noGrp="1"/>
          </p:cNvSpPr>
          <p:nvPr>
            <p:ph type="title"/>
          </p:nvPr>
        </p:nvSpPr>
        <p:spPr>
          <a:xfrm>
            <a:off x="483175"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29" name="Google Shape;429;p46"/>
          <p:cNvSpPr txBox="1">
            <a:spLocks noGrp="1"/>
          </p:cNvSpPr>
          <p:nvPr>
            <p:ph type="subTitle" idx="3"/>
          </p:nvPr>
        </p:nvSpPr>
        <p:spPr>
          <a:xfrm>
            <a:off x="4831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30" name="Google Shape;430;p46"/>
          <p:cNvSpPr txBox="1">
            <a:spLocks noGrp="1"/>
          </p:cNvSpPr>
          <p:nvPr>
            <p:ph type="subTitle" idx="4"/>
          </p:nvPr>
        </p:nvSpPr>
        <p:spPr>
          <a:xfrm>
            <a:off x="334772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31" name="Google Shape;431;p46"/>
          <p:cNvSpPr txBox="1">
            <a:spLocks noGrp="1"/>
          </p:cNvSpPr>
          <p:nvPr>
            <p:ph type="subTitle" idx="5"/>
          </p:nvPr>
        </p:nvSpPr>
        <p:spPr>
          <a:xfrm>
            <a:off x="6212275" y="1336150"/>
            <a:ext cx="2455500" cy="7785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32" name="Google Shape;432;p46"/>
          <p:cNvSpPr txBox="1">
            <a:spLocks noGrp="1"/>
          </p:cNvSpPr>
          <p:nvPr>
            <p:ph type="body" idx="6"/>
          </p:nvPr>
        </p:nvSpPr>
        <p:spPr>
          <a:xfrm>
            <a:off x="6212275" y="2417500"/>
            <a:ext cx="2455500" cy="23736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Four big ideas">
  <p:cSld name="Four big ideas">
    <p:spTree>
      <p:nvGrpSpPr>
        <p:cNvPr id="1" name="Shape 433"/>
        <p:cNvGrpSpPr/>
        <p:nvPr/>
      </p:nvGrpSpPr>
      <p:grpSpPr>
        <a:xfrm>
          <a:off x="0" y="0"/>
          <a:ext cx="0" cy="0"/>
          <a:chOff x="0" y="0"/>
          <a:chExt cx="0" cy="0"/>
        </a:xfrm>
      </p:grpSpPr>
      <p:sp>
        <p:nvSpPr>
          <p:cNvPr id="434" name="Google Shape;434;p47"/>
          <p:cNvSpPr txBox="1">
            <a:spLocks noGrp="1"/>
          </p:cNvSpPr>
          <p:nvPr>
            <p:ph type="body" idx="1"/>
          </p:nvPr>
        </p:nvSpPr>
        <p:spPr>
          <a:xfrm>
            <a:off x="366725" y="1759093"/>
            <a:ext cx="3838500" cy="1138500"/>
          </a:xfrm>
          <a:prstGeom prst="rect">
            <a:avLst/>
          </a:prstGeom>
        </p:spPr>
        <p:txBody>
          <a:bodyPr spcFirstLastPara="1" wrap="square" lIns="91425" tIns="91425" rIns="91425" bIns="91425" anchor="t" anchorCtr="0">
            <a:spAutoFit/>
          </a:bodyPr>
          <a:lstStyle>
            <a:lvl1pPr marL="457200" lvl="0" indent="-317500">
              <a:spcBef>
                <a:spcPts val="0"/>
              </a:spcBef>
              <a:spcAft>
                <a:spcPts val="0"/>
              </a:spcAft>
              <a:buSzPts val="1400"/>
              <a:buChar char="●"/>
              <a:defRPr sz="1400"/>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35" name="Google Shape;435;p47"/>
          <p:cNvSpPr txBox="1">
            <a:spLocks noGrp="1"/>
          </p:cNvSpPr>
          <p:nvPr>
            <p:ph type="body" idx="2"/>
          </p:nvPr>
        </p:nvSpPr>
        <p:spPr>
          <a:xfrm>
            <a:off x="4938725" y="1759093"/>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36" name="Google Shape;436;p47"/>
          <p:cNvSpPr txBox="1">
            <a:spLocks noGrp="1"/>
          </p:cNvSpPr>
          <p:nvPr>
            <p:ph type="body" idx="3"/>
          </p:nvPr>
        </p:nvSpPr>
        <p:spPr>
          <a:xfrm>
            <a:off x="366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37" name="Google Shape;437;p47"/>
          <p:cNvSpPr txBox="1">
            <a:spLocks noGrp="1"/>
          </p:cNvSpPr>
          <p:nvPr>
            <p:ph type="body" idx="4"/>
          </p:nvPr>
        </p:nvSpPr>
        <p:spPr>
          <a:xfrm>
            <a:off x="4938750" y="3648575"/>
            <a:ext cx="3838500" cy="1138500"/>
          </a:xfrm>
          <a:prstGeom prst="rect">
            <a:avLst/>
          </a:prstGeom>
        </p:spPr>
        <p:txBody>
          <a:bodyPr spcFirstLastPara="1" wrap="square" lIns="91425" tIns="91425" rIns="91425" bIns="91425" anchor="t" anchorCtr="0">
            <a:no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38" name="Google Shape;438;p47"/>
          <p:cNvSpPr txBox="1">
            <a:spLocks noGrp="1"/>
          </p:cNvSpPr>
          <p:nvPr>
            <p:ph type="title"/>
          </p:nvPr>
        </p:nvSpPr>
        <p:spPr>
          <a:xfrm>
            <a:off x="366750" y="450025"/>
            <a:ext cx="8184600" cy="758100"/>
          </a:xfrm>
          <a:prstGeom prst="rect">
            <a:avLst/>
          </a:prstGeom>
        </p:spPr>
        <p:txBody>
          <a:bodyPr spcFirstLastPara="1" wrap="square" lIns="91425" tIns="91425" rIns="91425" bIns="91425" anchor="ctr"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39" name="Google Shape;439;p47"/>
          <p:cNvSpPr txBox="1">
            <a:spLocks noGrp="1"/>
          </p:cNvSpPr>
          <p:nvPr>
            <p:ph type="subTitle" idx="5"/>
          </p:nvPr>
        </p:nvSpPr>
        <p:spPr>
          <a:xfrm>
            <a:off x="366763"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40" name="Google Shape;440;p47"/>
          <p:cNvSpPr txBox="1">
            <a:spLocks noGrp="1"/>
          </p:cNvSpPr>
          <p:nvPr>
            <p:ph type="subTitle" idx="6"/>
          </p:nvPr>
        </p:nvSpPr>
        <p:spPr>
          <a:xfrm>
            <a:off x="4938738" y="1277907"/>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41" name="Google Shape;441;p47"/>
          <p:cNvSpPr txBox="1">
            <a:spLocks noGrp="1"/>
          </p:cNvSpPr>
          <p:nvPr>
            <p:ph type="subTitle" idx="7"/>
          </p:nvPr>
        </p:nvSpPr>
        <p:spPr>
          <a:xfrm>
            <a:off x="4938761"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
        <p:nvSpPr>
          <p:cNvPr id="442" name="Google Shape;442;p47"/>
          <p:cNvSpPr txBox="1">
            <a:spLocks noGrp="1"/>
          </p:cNvSpPr>
          <p:nvPr>
            <p:ph type="subTitle" idx="8"/>
          </p:nvPr>
        </p:nvSpPr>
        <p:spPr>
          <a:xfrm>
            <a:off x="366750" y="3167363"/>
            <a:ext cx="3838500" cy="481200"/>
          </a:xfrm>
          <a:prstGeom prst="rect">
            <a:avLst/>
          </a:prstGeom>
        </p:spPr>
        <p:txBody>
          <a:bodyPr spcFirstLastPara="1" wrap="square" lIns="91425" tIns="91425" rIns="91425" bIns="91425" anchor="t" anchorCtr="0">
            <a:noAutofit/>
          </a:bodyPr>
          <a:lstStyle>
            <a:lvl1pPr lvl="0">
              <a:spcBef>
                <a:spcPts val="0"/>
              </a:spcBef>
              <a:spcAft>
                <a:spcPts val="0"/>
              </a:spcAft>
              <a:buSzPts val="2000"/>
              <a:buNone/>
              <a:defRPr sz="2000"/>
            </a:lvl1pPr>
            <a:lvl2pPr lvl="1">
              <a:spcBef>
                <a:spcPts val="0"/>
              </a:spcBef>
              <a:spcAft>
                <a:spcPts val="0"/>
              </a:spcAft>
              <a:buSzPts val="2000"/>
              <a:buNone/>
              <a:defRPr sz="2000"/>
            </a:lvl2pPr>
            <a:lvl3pPr lvl="2">
              <a:spcBef>
                <a:spcPts val="0"/>
              </a:spcBef>
              <a:spcAft>
                <a:spcPts val="0"/>
              </a:spcAft>
              <a:buSzPts val="2000"/>
              <a:buNone/>
              <a:defRPr sz="2000"/>
            </a:lvl3pPr>
            <a:lvl4pPr lvl="3">
              <a:spcBef>
                <a:spcPts val="0"/>
              </a:spcBef>
              <a:spcAft>
                <a:spcPts val="0"/>
              </a:spcAft>
              <a:buSzPts val="2000"/>
              <a:buNone/>
              <a:defRPr sz="2000"/>
            </a:lvl4pPr>
            <a:lvl5pPr lvl="4">
              <a:spcBef>
                <a:spcPts val="0"/>
              </a:spcBef>
              <a:spcAft>
                <a:spcPts val="0"/>
              </a:spcAft>
              <a:buSzPts val="2000"/>
              <a:buNone/>
              <a:defRPr sz="2000"/>
            </a:lvl5pPr>
            <a:lvl6pPr lvl="5">
              <a:spcBef>
                <a:spcPts val="0"/>
              </a:spcBef>
              <a:spcAft>
                <a:spcPts val="0"/>
              </a:spcAft>
              <a:buSzPts val="2000"/>
              <a:buNone/>
              <a:defRPr sz="2000"/>
            </a:lvl6pPr>
            <a:lvl7pPr lvl="6">
              <a:spcBef>
                <a:spcPts val="0"/>
              </a:spcBef>
              <a:spcAft>
                <a:spcPts val="0"/>
              </a:spcAft>
              <a:buSzPts val="2000"/>
              <a:buNone/>
              <a:defRPr sz="2000"/>
            </a:lvl7pPr>
            <a:lvl8pPr lvl="7">
              <a:spcBef>
                <a:spcPts val="0"/>
              </a:spcBef>
              <a:spcAft>
                <a:spcPts val="0"/>
              </a:spcAft>
              <a:buSzPts val="2000"/>
              <a:buNone/>
              <a:defRPr sz="2000"/>
            </a:lvl8pPr>
            <a:lvl9pPr lvl="8">
              <a:spcBef>
                <a:spcPts val="0"/>
              </a:spcBef>
              <a:spcAft>
                <a:spcPts val="0"/>
              </a:spcAft>
              <a:buSzPts val="2000"/>
              <a:buNone/>
              <a:defRPr sz="2000"/>
            </a:lvl9pPr>
          </a:lstStyle>
          <a:p>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and image">
  <p:cSld name="Title and image">
    <p:spTree>
      <p:nvGrpSpPr>
        <p:cNvPr id="1" name="Shape 443"/>
        <p:cNvGrpSpPr/>
        <p:nvPr/>
      </p:nvGrpSpPr>
      <p:grpSpPr>
        <a:xfrm>
          <a:off x="0" y="0"/>
          <a:ext cx="0" cy="0"/>
          <a:chOff x="0" y="0"/>
          <a:chExt cx="0" cy="0"/>
        </a:xfrm>
      </p:grpSpPr>
      <p:sp>
        <p:nvSpPr>
          <p:cNvPr id="444" name="Google Shape;444;p4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45" name="Google Shape;445;p48"/>
          <p:cNvSpPr>
            <a:spLocks noGrp="1"/>
          </p:cNvSpPr>
          <p:nvPr>
            <p:ph type="pic" idx="2"/>
          </p:nvPr>
        </p:nvSpPr>
        <p:spPr>
          <a:xfrm>
            <a:off x="311700" y="1170425"/>
            <a:ext cx="8520600" cy="3492900"/>
          </a:xfrm>
          <a:prstGeom prst="rect">
            <a:avLst/>
          </a:prstGeom>
          <a:noFill/>
          <a:ln>
            <a:noFill/>
          </a:ln>
        </p:spPr>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wo storyboards">
  <p:cSld name="Two storyboards">
    <p:spTree>
      <p:nvGrpSpPr>
        <p:cNvPr id="1" name="Shape 446"/>
        <p:cNvGrpSpPr/>
        <p:nvPr/>
      </p:nvGrpSpPr>
      <p:grpSpPr>
        <a:xfrm>
          <a:off x="0" y="0"/>
          <a:ext cx="0" cy="0"/>
          <a:chOff x="0" y="0"/>
          <a:chExt cx="0" cy="0"/>
        </a:xfrm>
      </p:grpSpPr>
      <p:sp>
        <p:nvSpPr>
          <p:cNvPr id="447" name="Google Shape;447;p49"/>
          <p:cNvSpPr txBox="1">
            <a:spLocks noGrp="1"/>
          </p:cNvSpPr>
          <p:nvPr>
            <p:ph type="body" idx="1"/>
          </p:nvPr>
        </p:nvSpPr>
        <p:spPr>
          <a:xfrm>
            <a:off x="311700" y="4080225"/>
            <a:ext cx="4027500" cy="9261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48" name="Google Shape;448;p49"/>
          <p:cNvSpPr>
            <a:spLocks noGrp="1"/>
          </p:cNvSpPr>
          <p:nvPr>
            <p:ph type="pic" idx="2"/>
          </p:nvPr>
        </p:nvSpPr>
        <p:spPr>
          <a:xfrm>
            <a:off x="4804825" y="1133300"/>
            <a:ext cx="4027500" cy="2392800"/>
          </a:xfrm>
          <a:prstGeom prst="rect">
            <a:avLst/>
          </a:prstGeom>
          <a:noFill/>
          <a:ln>
            <a:noFill/>
          </a:ln>
        </p:spPr>
      </p:sp>
      <p:sp>
        <p:nvSpPr>
          <p:cNvPr id="449" name="Google Shape;449;p49"/>
          <p:cNvSpPr>
            <a:spLocks noGrp="1"/>
          </p:cNvSpPr>
          <p:nvPr>
            <p:ph type="pic" idx="3"/>
          </p:nvPr>
        </p:nvSpPr>
        <p:spPr>
          <a:xfrm>
            <a:off x="311725" y="1133300"/>
            <a:ext cx="4027500" cy="2392800"/>
          </a:xfrm>
          <a:prstGeom prst="rect">
            <a:avLst/>
          </a:prstGeom>
          <a:noFill/>
          <a:ln>
            <a:noFill/>
          </a:ln>
        </p:spPr>
      </p:sp>
      <p:sp>
        <p:nvSpPr>
          <p:cNvPr id="450" name="Google Shape;450;p49"/>
          <p:cNvSpPr txBox="1">
            <a:spLocks noGrp="1"/>
          </p:cNvSpPr>
          <p:nvPr>
            <p:ph type="body" idx="4"/>
          </p:nvPr>
        </p:nvSpPr>
        <p:spPr>
          <a:xfrm>
            <a:off x="4804825" y="4080225"/>
            <a:ext cx="4027500" cy="9261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51" name="Google Shape;451;p49"/>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52" name="Google Shape;452;p49"/>
          <p:cNvSpPr txBox="1">
            <a:spLocks noGrp="1"/>
          </p:cNvSpPr>
          <p:nvPr>
            <p:ph type="subTitle" idx="5"/>
          </p:nvPr>
        </p:nvSpPr>
        <p:spPr>
          <a:xfrm>
            <a:off x="3117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53" name="Google Shape;453;p49"/>
          <p:cNvSpPr txBox="1">
            <a:spLocks noGrp="1"/>
          </p:cNvSpPr>
          <p:nvPr>
            <p:ph type="subTitle" idx="6"/>
          </p:nvPr>
        </p:nvSpPr>
        <p:spPr>
          <a:xfrm>
            <a:off x="4804825" y="3582900"/>
            <a:ext cx="40275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hree storyboards">
  <p:cSld name="Three storyboards">
    <p:spTree>
      <p:nvGrpSpPr>
        <p:cNvPr id="1" name="Shape 454"/>
        <p:cNvGrpSpPr/>
        <p:nvPr/>
      </p:nvGrpSpPr>
      <p:grpSpPr>
        <a:xfrm>
          <a:off x="0" y="0"/>
          <a:ext cx="0" cy="0"/>
          <a:chOff x="0" y="0"/>
          <a:chExt cx="0" cy="0"/>
        </a:xfrm>
      </p:grpSpPr>
      <p:sp>
        <p:nvSpPr>
          <p:cNvPr id="455" name="Google Shape;455;p50"/>
          <p:cNvSpPr txBox="1">
            <a:spLocks noGrp="1"/>
          </p:cNvSpPr>
          <p:nvPr>
            <p:ph type="body" idx="1"/>
          </p:nvPr>
        </p:nvSpPr>
        <p:spPr>
          <a:xfrm>
            <a:off x="311700" y="3911700"/>
            <a:ext cx="2627100" cy="1018500"/>
          </a:xfrm>
          <a:prstGeom prst="rect">
            <a:avLst/>
          </a:prstGeom>
        </p:spPr>
        <p:txBody>
          <a:bodyPr spcFirstLastPara="1" wrap="square" lIns="91425" tIns="91425" rIns="91425" bIns="91425" anchor="t" anchorCtr="0">
            <a:spAutoFit/>
          </a:bodyPr>
          <a:lstStyle>
            <a:lvl1pPr marL="457200" lvl="0" indent="-304800">
              <a:spcBef>
                <a:spcPts val="0"/>
              </a:spcBef>
              <a:spcAft>
                <a:spcPts val="0"/>
              </a:spcAft>
              <a:buSzPts val="1200"/>
              <a:buChar char="●"/>
              <a:defRPr/>
            </a:lvl1pPr>
            <a:lvl2pPr marL="914400" lvl="1" indent="-304800">
              <a:spcBef>
                <a:spcPts val="800"/>
              </a:spcBef>
              <a:spcAft>
                <a:spcPts val="0"/>
              </a:spcAft>
              <a:buSzPts val="1200"/>
              <a:buChar char="○"/>
              <a:defRPr/>
            </a:lvl2pPr>
            <a:lvl3pPr marL="1371600" lvl="2" indent="-304800">
              <a:spcBef>
                <a:spcPts val="800"/>
              </a:spcBef>
              <a:spcAft>
                <a:spcPts val="0"/>
              </a:spcAft>
              <a:buSzPts val="1200"/>
              <a:buChar char="■"/>
              <a:defRPr/>
            </a:lvl3pPr>
            <a:lvl4pPr marL="1828800" lvl="3" indent="-304800">
              <a:spcBef>
                <a:spcPts val="800"/>
              </a:spcBef>
              <a:spcAft>
                <a:spcPts val="0"/>
              </a:spcAft>
              <a:buSzPts val="1200"/>
              <a:buChar char="●"/>
              <a:defRPr/>
            </a:lvl4pPr>
            <a:lvl5pPr marL="2286000" lvl="4" indent="-304800">
              <a:spcBef>
                <a:spcPts val="800"/>
              </a:spcBef>
              <a:spcAft>
                <a:spcPts val="0"/>
              </a:spcAft>
              <a:buSzPts val="1200"/>
              <a:buChar char="○"/>
              <a:defRPr/>
            </a:lvl5pPr>
            <a:lvl6pPr marL="2743200" lvl="5" indent="-304800">
              <a:spcBef>
                <a:spcPts val="800"/>
              </a:spcBef>
              <a:spcAft>
                <a:spcPts val="0"/>
              </a:spcAft>
              <a:buSzPts val="1200"/>
              <a:buChar char="■"/>
              <a:defRPr/>
            </a:lvl6pPr>
            <a:lvl7pPr marL="3200400" lvl="6" indent="-304800">
              <a:spcBef>
                <a:spcPts val="800"/>
              </a:spcBef>
              <a:spcAft>
                <a:spcPts val="0"/>
              </a:spcAft>
              <a:buSzPts val="1200"/>
              <a:buChar char="●"/>
              <a:defRPr/>
            </a:lvl7pPr>
            <a:lvl8pPr marL="3657600" lvl="7" indent="-304800">
              <a:spcBef>
                <a:spcPts val="800"/>
              </a:spcBef>
              <a:spcAft>
                <a:spcPts val="0"/>
              </a:spcAft>
              <a:buSzPts val="1200"/>
              <a:buChar char="○"/>
              <a:defRPr/>
            </a:lvl8pPr>
            <a:lvl9pPr marL="4114800" lvl="8" indent="-304800">
              <a:spcBef>
                <a:spcPts val="800"/>
              </a:spcBef>
              <a:spcAft>
                <a:spcPts val="800"/>
              </a:spcAft>
              <a:buSzPts val="1200"/>
              <a:buChar char="■"/>
              <a:defRPr/>
            </a:lvl9pPr>
          </a:lstStyle>
          <a:p>
            <a:endParaRPr/>
          </a:p>
        </p:txBody>
      </p:sp>
      <p:sp>
        <p:nvSpPr>
          <p:cNvPr id="456" name="Google Shape;456;p50"/>
          <p:cNvSpPr>
            <a:spLocks noGrp="1"/>
          </p:cNvSpPr>
          <p:nvPr>
            <p:ph type="pic" idx="2"/>
          </p:nvPr>
        </p:nvSpPr>
        <p:spPr>
          <a:xfrm>
            <a:off x="6205225" y="1128325"/>
            <a:ext cx="2627100" cy="2273100"/>
          </a:xfrm>
          <a:prstGeom prst="rect">
            <a:avLst/>
          </a:prstGeom>
          <a:noFill/>
          <a:ln>
            <a:noFill/>
          </a:ln>
        </p:spPr>
      </p:sp>
      <p:sp>
        <p:nvSpPr>
          <p:cNvPr id="457" name="Google Shape;457;p50"/>
          <p:cNvSpPr>
            <a:spLocks noGrp="1"/>
          </p:cNvSpPr>
          <p:nvPr>
            <p:ph type="pic" idx="3"/>
          </p:nvPr>
        </p:nvSpPr>
        <p:spPr>
          <a:xfrm>
            <a:off x="311725" y="1128325"/>
            <a:ext cx="2627100" cy="2273100"/>
          </a:xfrm>
          <a:prstGeom prst="rect">
            <a:avLst/>
          </a:prstGeom>
          <a:noFill/>
          <a:ln>
            <a:noFill/>
          </a:ln>
        </p:spPr>
      </p:sp>
      <p:sp>
        <p:nvSpPr>
          <p:cNvPr id="458" name="Google Shape;458;p50"/>
          <p:cNvSpPr txBox="1">
            <a:spLocks noGrp="1"/>
          </p:cNvSpPr>
          <p:nvPr>
            <p:ph type="body" idx="4"/>
          </p:nvPr>
        </p:nvSpPr>
        <p:spPr>
          <a:xfrm>
            <a:off x="6205225"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59" name="Google Shape;459;p50"/>
          <p:cNvSpPr>
            <a:spLocks noGrp="1"/>
          </p:cNvSpPr>
          <p:nvPr>
            <p:ph type="pic" idx="5"/>
          </p:nvPr>
        </p:nvSpPr>
        <p:spPr>
          <a:xfrm>
            <a:off x="3255250" y="1128325"/>
            <a:ext cx="2627100" cy="2273100"/>
          </a:xfrm>
          <a:prstGeom prst="rect">
            <a:avLst/>
          </a:prstGeom>
          <a:noFill/>
          <a:ln>
            <a:noFill/>
          </a:ln>
        </p:spPr>
      </p:sp>
      <p:sp>
        <p:nvSpPr>
          <p:cNvPr id="460" name="Google Shape;460;p50"/>
          <p:cNvSpPr txBox="1">
            <a:spLocks noGrp="1"/>
          </p:cNvSpPr>
          <p:nvPr>
            <p:ph type="body" idx="6"/>
          </p:nvPr>
        </p:nvSpPr>
        <p:spPr>
          <a:xfrm>
            <a:off x="3255250" y="3911700"/>
            <a:ext cx="2627100" cy="1018500"/>
          </a:xfrm>
          <a:prstGeom prst="rect">
            <a:avLst/>
          </a:prstGeom>
        </p:spPr>
        <p:txBody>
          <a:bodyPr spcFirstLastPara="1" wrap="square" lIns="91425" tIns="91425" rIns="91425" bIns="91425" anchor="t" anchorCtr="0">
            <a:noAutofit/>
          </a:bodyPr>
          <a:lstStyle>
            <a:lvl1pPr marL="457200" lvl="0" indent="-304800">
              <a:spcBef>
                <a:spcPts val="0"/>
              </a:spcBef>
              <a:spcAft>
                <a:spcPts val="0"/>
              </a:spcAft>
              <a:buSzPts val="1200"/>
              <a:buChar char="●"/>
              <a:defRPr/>
            </a:lvl1pPr>
            <a:lvl2pPr marL="914400" lvl="1" indent="-304800">
              <a:spcBef>
                <a:spcPts val="0"/>
              </a:spcBef>
              <a:spcAft>
                <a:spcPts val="0"/>
              </a:spcAft>
              <a:buSzPts val="1200"/>
              <a:buChar char="○"/>
              <a:defRPr/>
            </a:lvl2pPr>
            <a:lvl3pPr marL="1371600" lvl="2" indent="-304800">
              <a:spcBef>
                <a:spcPts val="0"/>
              </a:spcBef>
              <a:spcAft>
                <a:spcPts val="0"/>
              </a:spcAft>
              <a:buSzPts val="1200"/>
              <a:buChar char="■"/>
              <a:defRPr/>
            </a:lvl3pPr>
            <a:lvl4pPr marL="1828800" lvl="3" indent="-304800">
              <a:spcBef>
                <a:spcPts val="0"/>
              </a:spcBef>
              <a:spcAft>
                <a:spcPts val="0"/>
              </a:spcAft>
              <a:buSzPts val="1200"/>
              <a:buChar char="●"/>
              <a:defRPr/>
            </a:lvl4pPr>
            <a:lvl5pPr marL="2286000" lvl="4" indent="-304800">
              <a:spcBef>
                <a:spcPts val="0"/>
              </a:spcBef>
              <a:spcAft>
                <a:spcPts val="0"/>
              </a:spcAft>
              <a:buSzPts val="1200"/>
              <a:buChar char="○"/>
              <a:defRPr/>
            </a:lvl5pPr>
            <a:lvl6pPr marL="2743200" lvl="5" indent="-304800">
              <a:spcBef>
                <a:spcPts val="0"/>
              </a:spcBef>
              <a:spcAft>
                <a:spcPts val="0"/>
              </a:spcAft>
              <a:buSzPts val="1200"/>
              <a:buChar char="■"/>
              <a:defRPr/>
            </a:lvl6pPr>
            <a:lvl7pPr marL="3200400" lvl="6" indent="-304800">
              <a:spcBef>
                <a:spcPts val="0"/>
              </a:spcBef>
              <a:spcAft>
                <a:spcPts val="0"/>
              </a:spcAft>
              <a:buSzPts val="1200"/>
              <a:buChar char="●"/>
              <a:defRPr/>
            </a:lvl7pPr>
            <a:lvl8pPr marL="3657600" lvl="7" indent="-304800">
              <a:spcBef>
                <a:spcPts val="0"/>
              </a:spcBef>
              <a:spcAft>
                <a:spcPts val="0"/>
              </a:spcAft>
              <a:buSzPts val="1200"/>
              <a:buChar char="○"/>
              <a:defRPr/>
            </a:lvl8pPr>
            <a:lvl9pPr marL="4114800" lvl="8" indent="-304800">
              <a:spcBef>
                <a:spcPts val="0"/>
              </a:spcBef>
              <a:spcAft>
                <a:spcPts val="0"/>
              </a:spcAft>
              <a:buSzPts val="1200"/>
              <a:buChar char="■"/>
              <a:defRPr/>
            </a:lvl9pPr>
          </a:lstStyle>
          <a:p>
            <a:endParaRPr/>
          </a:p>
        </p:txBody>
      </p:sp>
      <p:sp>
        <p:nvSpPr>
          <p:cNvPr id="461" name="Google Shape;461;p50"/>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62" name="Google Shape;462;p50"/>
          <p:cNvSpPr txBox="1">
            <a:spLocks noGrp="1"/>
          </p:cNvSpPr>
          <p:nvPr>
            <p:ph type="subTitle" idx="7"/>
          </p:nvPr>
        </p:nvSpPr>
        <p:spPr>
          <a:xfrm>
            <a:off x="3117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63" name="Google Shape;463;p50"/>
          <p:cNvSpPr txBox="1">
            <a:spLocks noGrp="1"/>
          </p:cNvSpPr>
          <p:nvPr>
            <p:ph type="subTitle" idx="8"/>
          </p:nvPr>
        </p:nvSpPr>
        <p:spPr>
          <a:xfrm>
            <a:off x="6205225"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
        <p:nvSpPr>
          <p:cNvPr id="464" name="Google Shape;464;p50"/>
          <p:cNvSpPr txBox="1">
            <a:spLocks noGrp="1"/>
          </p:cNvSpPr>
          <p:nvPr>
            <p:ph type="subTitle" idx="9"/>
          </p:nvPr>
        </p:nvSpPr>
        <p:spPr>
          <a:xfrm>
            <a:off x="3255250" y="3430500"/>
            <a:ext cx="2627100" cy="481200"/>
          </a:xfrm>
          <a:prstGeom prst="rect">
            <a:avLst/>
          </a:prstGeom>
        </p:spPr>
        <p:txBody>
          <a:bodyPr spcFirstLastPara="1" wrap="square" lIns="91425" tIns="91425" rIns="91425" bIns="91425" anchor="t" anchorCtr="0">
            <a:noAutofit/>
          </a:bodyPr>
          <a:lstStyle>
            <a:lvl1pPr lvl="0">
              <a:spcBef>
                <a:spcPts val="0"/>
              </a:spcBef>
              <a:spcAft>
                <a:spcPts val="0"/>
              </a:spcAft>
              <a:buSzPts val="1600"/>
              <a:buNone/>
              <a:defRPr/>
            </a:lvl1pPr>
            <a:lvl2pPr lvl="1">
              <a:spcBef>
                <a:spcPts val="0"/>
              </a:spcBef>
              <a:spcAft>
                <a:spcPts val="0"/>
              </a:spcAft>
              <a:buSzPts val="1800"/>
              <a:buNone/>
              <a:defRPr sz="1800"/>
            </a:lvl2pPr>
            <a:lvl3pPr lvl="2">
              <a:spcBef>
                <a:spcPts val="0"/>
              </a:spcBef>
              <a:spcAft>
                <a:spcPts val="0"/>
              </a:spcAft>
              <a:buSzPts val="1800"/>
              <a:buNone/>
              <a:defRPr sz="1800"/>
            </a:lvl3pPr>
            <a:lvl4pPr lvl="3">
              <a:spcBef>
                <a:spcPts val="0"/>
              </a:spcBef>
              <a:spcAft>
                <a:spcPts val="0"/>
              </a:spcAft>
              <a:buSzPts val="1800"/>
              <a:buNone/>
              <a:defRPr sz="1800"/>
            </a:lvl4pPr>
            <a:lvl5pPr lvl="4">
              <a:spcBef>
                <a:spcPts val="0"/>
              </a:spcBef>
              <a:spcAft>
                <a:spcPts val="0"/>
              </a:spcAft>
              <a:buSzPts val="1800"/>
              <a:buNone/>
              <a:defRPr sz="1800"/>
            </a:lvl5pPr>
            <a:lvl6pPr lvl="5">
              <a:spcBef>
                <a:spcPts val="0"/>
              </a:spcBef>
              <a:spcAft>
                <a:spcPts val="0"/>
              </a:spcAft>
              <a:buSzPts val="1800"/>
              <a:buNone/>
              <a:defRPr sz="1800"/>
            </a:lvl6pPr>
            <a:lvl7pPr lvl="6">
              <a:spcBef>
                <a:spcPts val="0"/>
              </a:spcBef>
              <a:spcAft>
                <a:spcPts val="0"/>
              </a:spcAft>
              <a:buSzPts val="1800"/>
              <a:buNone/>
              <a:defRPr sz="1800"/>
            </a:lvl7pPr>
            <a:lvl8pPr lvl="7">
              <a:spcBef>
                <a:spcPts val="0"/>
              </a:spcBef>
              <a:spcAft>
                <a:spcPts val="0"/>
              </a:spcAft>
              <a:buSzPts val="1800"/>
              <a:buNone/>
              <a:defRPr sz="1800"/>
            </a:lvl8pPr>
            <a:lvl9pPr lvl="8">
              <a:spcBef>
                <a:spcPts val="0"/>
              </a:spcBef>
              <a:spcAft>
                <a:spcPts val="0"/>
              </a:spcAft>
              <a:buSzPts val="1800"/>
              <a:buNone/>
              <a:defRPr sz="1800"/>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Image only">
  <p:cSld name="Image only">
    <p:spTree>
      <p:nvGrpSpPr>
        <p:cNvPr id="1" name="Shape 465"/>
        <p:cNvGrpSpPr/>
        <p:nvPr/>
      </p:nvGrpSpPr>
      <p:grpSpPr>
        <a:xfrm>
          <a:off x="0" y="0"/>
          <a:ext cx="0" cy="0"/>
          <a:chOff x="0" y="0"/>
          <a:chExt cx="0" cy="0"/>
        </a:xfrm>
      </p:grpSpPr>
      <p:sp>
        <p:nvSpPr>
          <p:cNvPr id="466" name="Google Shape;466;p51"/>
          <p:cNvSpPr>
            <a:spLocks noGrp="1"/>
          </p:cNvSpPr>
          <p:nvPr>
            <p:ph type="pic" idx="2"/>
          </p:nvPr>
        </p:nvSpPr>
        <p:spPr>
          <a:xfrm>
            <a:off x="311700" y="445025"/>
            <a:ext cx="8520600" cy="4218300"/>
          </a:xfrm>
          <a:prstGeom prst="rect">
            <a:avLst/>
          </a:prstGeom>
          <a:noFill/>
          <a:ln>
            <a:noFill/>
          </a:ln>
        </p:spPr>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Image grid">
  <p:cSld name="Image grid">
    <p:spTree>
      <p:nvGrpSpPr>
        <p:cNvPr id="1" name="Shape 467"/>
        <p:cNvGrpSpPr/>
        <p:nvPr/>
      </p:nvGrpSpPr>
      <p:grpSpPr>
        <a:xfrm>
          <a:off x="0" y="0"/>
          <a:ext cx="0" cy="0"/>
          <a:chOff x="0" y="0"/>
          <a:chExt cx="0" cy="0"/>
        </a:xfrm>
      </p:grpSpPr>
      <p:sp>
        <p:nvSpPr>
          <p:cNvPr id="468" name="Google Shape;468;p52"/>
          <p:cNvSpPr>
            <a:spLocks noGrp="1"/>
          </p:cNvSpPr>
          <p:nvPr>
            <p:ph type="pic" idx="2"/>
          </p:nvPr>
        </p:nvSpPr>
        <p:spPr>
          <a:xfrm>
            <a:off x="3389600" y="118913"/>
            <a:ext cx="1643700" cy="1535100"/>
          </a:xfrm>
          <a:prstGeom prst="rect">
            <a:avLst/>
          </a:prstGeom>
          <a:noFill/>
          <a:ln>
            <a:noFill/>
          </a:ln>
        </p:spPr>
      </p:sp>
      <p:sp>
        <p:nvSpPr>
          <p:cNvPr id="469" name="Google Shape;469;p52"/>
          <p:cNvSpPr>
            <a:spLocks noGrp="1"/>
          </p:cNvSpPr>
          <p:nvPr>
            <p:ph type="pic" idx="3"/>
          </p:nvPr>
        </p:nvSpPr>
        <p:spPr>
          <a:xfrm>
            <a:off x="5195935" y="118913"/>
            <a:ext cx="1643700" cy="1535100"/>
          </a:xfrm>
          <a:prstGeom prst="rect">
            <a:avLst/>
          </a:prstGeom>
          <a:noFill/>
          <a:ln>
            <a:noFill/>
          </a:ln>
        </p:spPr>
      </p:sp>
      <p:sp>
        <p:nvSpPr>
          <p:cNvPr id="470" name="Google Shape;470;p52"/>
          <p:cNvSpPr>
            <a:spLocks noGrp="1"/>
          </p:cNvSpPr>
          <p:nvPr>
            <p:ph type="pic" idx="4"/>
          </p:nvPr>
        </p:nvSpPr>
        <p:spPr>
          <a:xfrm>
            <a:off x="7002270" y="118913"/>
            <a:ext cx="1643700" cy="1535100"/>
          </a:xfrm>
          <a:prstGeom prst="rect">
            <a:avLst/>
          </a:prstGeom>
          <a:noFill/>
          <a:ln>
            <a:noFill/>
          </a:ln>
        </p:spPr>
      </p:sp>
      <p:sp>
        <p:nvSpPr>
          <p:cNvPr id="471" name="Google Shape;471;p52"/>
          <p:cNvSpPr>
            <a:spLocks noGrp="1"/>
          </p:cNvSpPr>
          <p:nvPr>
            <p:ph type="pic" idx="5"/>
          </p:nvPr>
        </p:nvSpPr>
        <p:spPr>
          <a:xfrm>
            <a:off x="3389588" y="1804212"/>
            <a:ext cx="1643700" cy="1535100"/>
          </a:xfrm>
          <a:prstGeom prst="rect">
            <a:avLst/>
          </a:prstGeom>
          <a:noFill/>
          <a:ln>
            <a:noFill/>
          </a:ln>
        </p:spPr>
      </p:sp>
      <p:sp>
        <p:nvSpPr>
          <p:cNvPr id="472" name="Google Shape;472;p52"/>
          <p:cNvSpPr>
            <a:spLocks noGrp="1"/>
          </p:cNvSpPr>
          <p:nvPr>
            <p:ph type="pic" idx="6"/>
          </p:nvPr>
        </p:nvSpPr>
        <p:spPr>
          <a:xfrm>
            <a:off x="5195922" y="1804212"/>
            <a:ext cx="1643700" cy="1535100"/>
          </a:xfrm>
          <a:prstGeom prst="rect">
            <a:avLst/>
          </a:prstGeom>
          <a:noFill/>
          <a:ln>
            <a:noFill/>
          </a:ln>
        </p:spPr>
      </p:sp>
      <p:sp>
        <p:nvSpPr>
          <p:cNvPr id="473" name="Google Shape;473;p52"/>
          <p:cNvSpPr>
            <a:spLocks noGrp="1"/>
          </p:cNvSpPr>
          <p:nvPr>
            <p:ph type="pic" idx="7"/>
          </p:nvPr>
        </p:nvSpPr>
        <p:spPr>
          <a:xfrm>
            <a:off x="7002257" y="1804212"/>
            <a:ext cx="1643700" cy="1535100"/>
          </a:xfrm>
          <a:prstGeom prst="rect">
            <a:avLst/>
          </a:prstGeom>
          <a:noFill/>
          <a:ln>
            <a:noFill/>
          </a:ln>
        </p:spPr>
      </p:sp>
      <p:sp>
        <p:nvSpPr>
          <p:cNvPr id="474" name="Google Shape;474;p52"/>
          <p:cNvSpPr txBox="1">
            <a:spLocks noGrp="1"/>
          </p:cNvSpPr>
          <p:nvPr>
            <p:ph type="title"/>
          </p:nvPr>
        </p:nvSpPr>
        <p:spPr>
          <a:xfrm>
            <a:off x="351550" y="445025"/>
            <a:ext cx="2596800" cy="1706400"/>
          </a:xfrm>
          <a:prstGeom prst="rect">
            <a:avLst/>
          </a:prstGeom>
        </p:spPr>
        <p:txBody>
          <a:bodyPr spcFirstLastPara="1" wrap="square" lIns="91425" tIns="91425" rIns="91425" bIns="91425" anchor="t" anchorCtr="0">
            <a:sp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a:endParaRPr/>
          </a:p>
        </p:txBody>
      </p:sp>
      <p:sp>
        <p:nvSpPr>
          <p:cNvPr id="475" name="Google Shape;475;p52"/>
          <p:cNvSpPr>
            <a:spLocks noGrp="1"/>
          </p:cNvSpPr>
          <p:nvPr>
            <p:ph type="pic" idx="8"/>
          </p:nvPr>
        </p:nvSpPr>
        <p:spPr>
          <a:xfrm>
            <a:off x="3389588" y="3489487"/>
            <a:ext cx="1643700" cy="1535100"/>
          </a:xfrm>
          <a:prstGeom prst="rect">
            <a:avLst/>
          </a:prstGeom>
          <a:noFill/>
          <a:ln>
            <a:noFill/>
          </a:ln>
        </p:spPr>
      </p:sp>
      <p:sp>
        <p:nvSpPr>
          <p:cNvPr id="476" name="Google Shape;476;p52"/>
          <p:cNvSpPr>
            <a:spLocks noGrp="1"/>
          </p:cNvSpPr>
          <p:nvPr>
            <p:ph type="pic" idx="9"/>
          </p:nvPr>
        </p:nvSpPr>
        <p:spPr>
          <a:xfrm>
            <a:off x="5195922" y="3489487"/>
            <a:ext cx="1643700" cy="1535100"/>
          </a:xfrm>
          <a:prstGeom prst="rect">
            <a:avLst/>
          </a:prstGeom>
          <a:noFill/>
          <a:ln>
            <a:noFill/>
          </a:ln>
        </p:spPr>
      </p:sp>
      <p:sp>
        <p:nvSpPr>
          <p:cNvPr id="477" name="Google Shape;477;p52"/>
          <p:cNvSpPr>
            <a:spLocks noGrp="1"/>
          </p:cNvSpPr>
          <p:nvPr>
            <p:ph type="pic" idx="13"/>
          </p:nvPr>
        </p:nvSpPr>
        <p:spPr>
          <a:xfrm>
            <a:off x="7002257" y="3489487"/>
            <a:ext cx="1643700" cy="1535100"/>
          </a:xfrm>
          <a:prstGeom prst="rect">
            <a:avLst/>
          </a:prstGeom>
          <a:noFill/>
          <a:ln>
            <a:noFill/>
          </a:ln>
        </p:spPr>
      </p:sp>
    </p:spTree>
  </p:cSld>
  <p:clrMapOvr>
    <a:masterClrMapping/>
  </p:clrMapOvr>
  <p:extLst>
    <p:ext uri="{DCECCB84-F9BA-43D5-87BE-67443E8EF086}">
      <p15:sldGuideLst xmlns:p15="http://schemas.microsoft.com/office/powerpoint/2012/main">
        <p15:guide id="1" pos="5564">
          <p15:clr>
            <a:srgbClr val="E46962"/>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9" Type="http://schemas.openxmlformats.org/officeDocument/2006/relationships/slideLayout" Target="../slideLayouts/slideLayout50.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38" Type="http://schemas.openxmlformats.org/officeDocument/2006/relationships/slideLayout" Target="../slideLayouts/slideLayout49.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37" Type="http://schemas.openxmlformats.org/officeDocument/2006/relationships/slideLayout" Target="../slideLayouts/slideLayout48.xml"/><Relationship Id="rId40"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36" Type="http://schemas.openxmlformats.org/officeDocument/2006/relationships/slideLayout" Target="../slideLayouts/slideLayout47.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slideLayout" Target="../slideLayouts/slideLayout46.xml"/><Relationship Id="rId8" Type="http://schemas.openxmlformats.org/officeDocument/2006/relationships/slideLayout" Target="../slideLayouts/slideLayout19.xml"/><Relationship Id="rId3"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dk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body" idx="1"/>
          </p:nvPr>
        </p:nvSpPr>
        <p:spPr>
          <a:xfrm>
            <a:off x="228600" y="1452125"/>
            <a:ext cx="5760600" cy="3460200"/>
          </a:xfrm>
          <a:prstGeom prst="rect">
            <a:avLst/>
          </a:prstGeom>
          <a:noFill/>
          <a:ln>
            <a:noFill/>
          </a:ln>
        </p:spPr>
        <p:txBody>
          <a:bodyPr spcFirstLastPara="1" wrap="square" lIns="91425" tIns="91425" rIns="91425" bIns="91425" anchor="t" anchorCtr="0">
            <a:spAutoFit/>
          </a:bodyPr>
          <a:lstStyle>
            <a:lvl1pPr marL="457200" lvl="0" indent="-304800">
              <a:lnSpc>
                <a:spcPct val="115000"/>
              </a:lnSpc>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marL="914400" lvl="1"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marL="1371600" lvl="2"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marL="1828800" lvl="3"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marL="2286000" lvl="4"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marL="2743200" lvl="5"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marL="3200400" lvl="6"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marL="3657600" lvl="7" indent="-304800">
              <a:lnSpc>
                <a:spcPct val="115000"/>
              </a:lnSpc>
              <a:spcBef>
                <a:spcPts val="80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marL="4114800" lvl="8" indent="-304800">
              <a:lnSpc>
                <a:spcPct val="115000"/>
              </a:lnSpc>
              <a:spcBef>
                <a:spcPts val="800"/>
              </a:spcBef>
              <a:spcAft>
                <a:spcPts val="800"/>
              </a:spcAft>
              <a:buClr>
                <a:schemeClr val="lt1"/>
              </a:buClr>
              <a:buSzPts val="1200"/>
              <a:buFont typeface="Urbanist"/>
              <a:buChar char="■"/>
              <a:defRPr sz="1200">
                <a:solidFill>
                  <a:schemeClr val="lt1"/>
                </a:solidFill>
                <a:latin typeface="Urbanist"/>
                <a:ea typeface="Urbanist"/>
                <a:cs typeface="Urbanist"/>
                <a:sym typeface="Urbanist"/>
              </a:defRPr>
            </a:lvl9pPr>
          </a:lstStyle>
          <a:p>
            <a:endParaRPr/>
          </a:p>
        </p:txBody>
      </p:sp>
      <p:sp>
        <p:nvSpPr>
          <p:cNvPr id="52" name="Google Shape;52;p13"/>
          <p:cNvSpPr txBox="1">
            <a:spLocks noGrp="1"/>
          </p:cNvSpPr>
          <p:nvPr>
            <p:ph type="title"/>
          </p:nvPr>
        </p:nvSpPr>
        <p:spPr>
          <a:xfrm>
            <a:off x="228600" y="85200"/>
            <a:ext cx="5236500" cy="1099800"/>
          </a:xfrm>
          <a:prstGeom prst="rect">
            <a:avLst/>
          </a:prstGeom>
          <a:noFill/>
          <a:ln>
            <a:noFill/>
          </a:ln>
        </p:spPr>
        <p:txBody>
          <a:bodyPr spcFirstLastPara="1" wrap="square" lIns="91425" tIns="91425" rIns="91425" bIns="91425" anchor="t" anchorCtr="0">
            <a:noAutofit/>
          </a:bodyPr>
          <a:lstStyle>
            <a:lvl1pPr lvl="0">
              <a:spcBef>
                <a:spcPts val="0"/>
              </a:spcBef>
              <a:spcAft>
                <a:spcPts val="0"/>
              </a:spcAft>
              <a:buClr>
                <a:schemeClr val="lt1"/>
              </a:buClr>
              <a:buSzPts val="3000"/>
              <a:buFont typeface="Urbanist Medium"/>
              <a:buNone/>
              <a:defRPr sz="3000">
                <a:solidFill>
                  <a:schemeClr val="lt1"/>
                </a:solidFill>
                <a:latin typeface="Urbanist Medium"/>
                <a:ea typeface="Urbanist Medium"/>
                <a:cs typeface="Urbanist Medium"/>
                <a:sym typeface="Urbanist Medium"/>
              </a:defRPr>
            </a:lvl1pPr>
            <a:lvl2pPr lvl="1">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2pPr>
            <a:lvl3pPr lvl="2">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3pPr>
            <a:lvl4pPr lvl="3">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4pPr>
            <a:lvl5pPr lvl="4">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5pPr>
            <a:lvl6pPr lvl="5">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6pPr>
            <a:lvl7pPr lvl="6">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7pPr>
            <a:lvl8pPr lvl="7">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8pPr>
            <a:lvl9pPr lvl="8">
              <a:spcBef>
                <a:spcPts val="0"/>
              </a:spcBef>
              <a:spcAft>
                <a:spcPts val="0"/>
              </a:spcAft>
              <a:buClr>
                <a:schemeClr val="lt1"/>
              </a:buClr>
              <a:buSzPts val="3000"/>
              <a:buFont typeface="Urbanist"/>
              <a:buNone/>
              <a:defRPr sz="3000">
                <a:solidFill>
                  <a:schemeClr val="lt1"/>
                </a:solidFill>
                <a:latin typeface="Urbanist"/>
                <a:ea typeface="Urbanist"/>
                <a:cs typeface="Urbanist"/>
                <a:sym typeface="Urbanist"/>
              </a:defRPr>
            </a:lvl9pPr>
          </a:lstStyle>
          <a:p>
            <a:endParaRPr/>
          </a:p>
        </p:txBody>
      </p:sp>
      <p:sp>
        <p:nvSpPr>
          <p:cNvPr id="53" name="Google Shape;53;p13"/>
          <p:cNvSpPr txBox="1">
            <a:spLocks noGrp="1"/>
          </p:cNvSpPr>
          <p:nvPr>
            <p:ph type="body" idx="2"/>
          </p:nvPr>
        </p:nvSpPr>
        <p:spPr>
          <a:xfrm>
            <a:off x="4562525" y="1518250"/>
            <a:ext cx="3880800" cy="2765400"/>
          </a:xfrm>
          <a:prstGeom prst="rect">
            <a:avLst/>
          </a:prstGeom>
          <a:noFill/>
          <a:ln>
            <a:noFill/>
          </a:ln>
        </p:spPr>
        <p:txBody>
          <a:bodyPr spcFirstLastPara="1" wrap="square" lIns="91425" tIns="91425" rIns="91425" bIns="91425" anchor="t" anchorCtr="0">
            <a:noAutofit/>
          </a:bodyPr>
          <a:lstStyle>
            <a:lvl1pPr marL="457200" lvl="0"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1pPr>
            <a:lvl2pPr marL="914400" lvl="1"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2pPr>
            <a:lvl3pPr marL="1371600" lvl="2"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3pPr>
            <a:lvl4pPr marL="1828800" lvl="3"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4pPr>
            <a:lvl5pPr marL="2286000" lvl="4"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5pPr>
            <a:lvl6pPr marL="2743200" lvl="5"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6pPr>
            <a:lvl7pPr marL="3200400" lvl="6"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7pPr>
            <a:lvl8pPr marL="3657600" lvl="7"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8pPr>
            <a:lvl9pPr marL="4114800" lvl="8" indent="-304800">
              <a:spcBef>
                <a:spcPts val="0"/>
              </a:spcBef>
              <a:spcAft>
                <a:spcPts val="0"/>
              </a:spcAft>
              <a:buClr>
                <a:schemeClr val="lt1"/>
              </a:buClr>
              <a:buSzPts val="1200"/>
              <a:buFont typeface="Urbanist"/>
              <a:buChar char="■"/>
              <a:defRPr sz="1200">
                <a:solidFill>
                  <a:schemeClr val="lt1"/>
                </a:solidFill>
                <a:latin typeface="Urbanist"/>
                <a:ea typeface="Urbanist"/>
                <a:cs typeface="Urbanist"/>
                <a:sym typeface="Urbanist"/>
              </a:defRPr>
            </a:lvl9pPr>
          </a:lstStyle>
          <a:p>
            <a:endParaRPr/>
          </a:p>
        </p:txBody>
      </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 id="2147483682" r:id="rId24"/>
    <p:sldLayoutId id="2147483683" r:id="rId25"/>
    <p:sldLayoutId id="2147483684" r:id="rId26"/>
    <p:sldLayoutId id="2147483685" r:id="rId27"/>
    <p:sldLayoutId id="2147483686" r:id="rId28"/>
    <p:sldLayoutId id="2147483687" r:id="rId29"/>
    <p:sldLayoutId id="2147483688" r:id="rId30"/>
    <p:sldLayoutId id="2147483689" r:id="rId31"/>
    <p:sldLayoutId id="2147483690" r:id="rId32"/>
    <p:sldLayoutId id="2147483691" r:id="rId33"/>
    <p:sldLayoutId id="2147483692" r:id="rId34"/>
    <p:sldLayoutId id="2147483693" r:id="rId35"/>
    <p:sldLayoutId id="2147483694" r:id="rId36"/>
    <p:sldLayoutId id="2147483695" r:id="rId37"/>
    <p:sldLayoutId id="2147483696" r:id="rId38"/>
    <p:sldLayoutId id="2147483697" r:id="rId39"/>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5616">
          <p15:clr>
            <a:srgbClr val="E46962"/>
          </p15:clr>
        </p15:guide>
        <p15:guide id="2" pos="144">
          <p15:clr>
            <a:srgbClr val="E46962"/>
          </p15:clr>
        </p15:guide>
        <p15:guide id="3" orient="horz" pos="144">
          <p15:clr>
            <a:srgbClr val="E46962"/>
          </p15:clr>
        </p15:guide>
        <p15:guide id="4" orient="horz" pos="3094">
          <p15:clr>
            <a:srgbClr val="E46962"/>
          </p15:clr>
        </p15:guide>
        <p15:guide id="5" pos="2850">
          <p15:clr>
            <a:srgbClr val="E46962"/>
          </p15:clr>
        </p15:guide>
        <p15:guide id="6" pos="2910">
          <p15:clr>
            <a:srgbClr val="E46962"/>
          </p15:clr>
        </p15:guide>
        <p15:guide id="7" pos="1468">
          <p15:clr>
            <a:srgbClr val="E46962"/>
          </p15:clr>
        </p15:guide>
        <p15:guide id="8" pos="1527">
          <p15:clr>
            <a:srgbClr val="E46962"/>
          </p15:clr>
        </p15:guide>
        <p15:guide id="9" pos="4233">
          <p15:clr>
            <a:srgbClr val="E46962"/>
          </p15:clr>
        </p15:guide>
        <p15:guide id="10" pos="4292">
          <p15:clr>
            <a:srgbClr val="E46962"/>
          </p15:clr>
        </p15:guide>
        <p15:guide id="11" pos="3773">
          <p15:clr>
            <a:srgbClr val="E46962"/>
          </p15:clr>
        </p15:guide>
        <p15:guide id="12" pos="3830">
          <p15:clr>
            <a:srgbClr val="E46962"/>
          </p15:clr>
        </p15:guide>
        <p15:guide id="13" pos="1930">
          <p15:clr>
            <a:srgbClr val="E46962"/>
          </p15:clr>
        </p15:guide>
        <p15:guide id="14" pos="1987">
          <p15:clr>
            <a:srgbClr val="E46962"/>
          </p15:clr>
        </p15:guide>
        <p15:guide id="15" orient="horz" pos="288">
          <p15:clr>
            <a:srgbClr val="E46962"/>
          </p15:clr>
        </p15:guide>
        <p15:guide id="16" orient="horz" pos="2950">
          <p15:clr>
            <a:srgbClr val="E46962"/>
          </p15:clr>
        </p15:guide>
        <p15:guide id="17" orient="horz" pos="1135">
          <p15:clr>
            <a:srgbClr val="E46962"/>
          </p15:clr>
        </p15:guide>
        <p15:guide id="18" orient="horz" pos="1194">
          <p15:clr>
            <a:srgbClr val="E46962"/>
          </p15:clr>
        </p15:guide>
        <p15:guide id="19" orient="horz" pos="2043">
          <p15:clr>
            <a:srgbClr val="E46962"/>
          </p15:clr>
        </p15:guide>
        <p15:guide id="20" orient="horz" pos="2103">
          <p15:clr>
            <a:srgbClr val="E46962"/>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5.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481"/>
        <p:cNvGrpSpPr/>
        <p:nvPr/>
      </p:nvGrpSpPr>
      <p:grpSpPr>
        <a:xfrm>
          <a:off x="0" y="0"/>
          <a:ext cx="0" cy="0"/>
          <a:chOff x="0" y="0"/>
          <a:chExt cx="0" cy="0"/>
        </a:xfrm>
      </p:grpSpPr>
      <p:grpSp>
        <p:nvGrpSpPr>
          <p:cNvPr id="482" name="Google Shape;482;p53"/>
          <p:cNvGrpSpPr/>
          <p:nvPr/>
        </p:nvGrpSpPr>
        <p:grpSpPr>
          <a:xfrm>
            <a:off x="228591" y="3127350"/>
            <a:ext cx="233094" cy="233094"/>
            <a:chOff x="259788" y="1923155"/>
            <a:chExt cx="409800" cy="409800"/>
          </a:xfrm>
        </p:grpSpPr>
        <p:sp>
          <p:nvSpPr>
            <p:cNvPr id="483" name="Google Shape;483;p53"/>
            <p:cNvSpPr/>
            <p:nvPr/>
          </p:nvSpPr>
          <p:spPr>
            <a:xfrm>
              <a:off x="259788" y="1923155"/>
              <a:ext cx="409800" cy="409800"/>
            </a:xfrm>
            <a:prstGeom prst="ellipse">
              <a:avLst/>
            </a:prstGeom>
            <a:no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latin typeface="Urbanist"/>
                <a:ea typeface="Urbanist"/>
                <a:cs typeface="Urbanist"/>
                <a:sym typeface="Urbanist"/>
              </a:endParaRPr>
            </a:p>
          </p:txBody>
        </p:sp>
        <p:grpSp>
          <p:nvGrpSpPr>
            <p:cNvPr id="484" name="Google Shape;484;p53"/>
            <p:cNvGrpSpPr/>
            <p:nvPr/>
          </p:nvGrpSpPr>
          <p:grpSpPr>
            <a:xfrm>
              <a:off x="362088" y="2093825"/>
              <a:ext cx="205200" cy="102600"/>
              <a:chOff x="498725" y="2069800"/>
              <a:chExt cx="205200" cy="102600"/>
            </a:xfrm>
          </p:grpSpPr>
          <p:cxnSp>
            <p:nvCxnSpPr>
              <p:cNvPr id="485" name="Google Shape;485;p53"/>
              <p:cNvCxnSpPr/>
              <p:nvPr/>
            </p:nvCxnSpPr>
            <p:spPr>
              <a:xfrm>
                <a:off x="498725" y="2069800"/>
                <a:ext cx="102600" cy="102600"/>
              </a:xfrm>
              <a:prstGeom prst="straightConnector1">
                <a:avLst/>
              </a:prstGeom>
              <a:noFill/>
              <a:ln w="9525" cap="flat" cmpd="sng">
                <a:solidFill>
                  <a:schemeClr val="dk2"/>
                </a:solidFill>
                <a:prstDash val="solid"/>
                <a:round/>
                <a:headEnd type="none" w="med" len="med"/>
                <a:tailEnd type="none" w="med" len="med"/>
              </a:ln>
            </p:spPr>
          </p:cxnSp>
          <p:cxnSp>
            <p:nvCxnSpPr>
              <p:cNvPr id="486" name="Google Shape;486;p53"/>
              <p:cNvCxnSpPr/>
              <p:nvPr/>
            </p:nvCxnSpPr>
            <p:spPr>
              <a:xfrm flipH="1">
                <a:off x="601325" y="2069800"/>
                <a:ext cx="102600" cy="102600"/>
              </a:xfrm>
              <a:prstGeom prst="straightConnector1">
                <a:avLst/>
              </a:prstGeom>
              <a:noFill/>
              <a:ln w="9525" cap="flat" cmpd="sng">
                <a:solidFill>
                  <a:schemeClr val="dk2"/>
                </a:solidFill>
                <a:prstDash val="solid"/>
                <a:round/>
                <a:headEnd type="none" w="med" len="med"/>
                <a:tailEnd type="none" w="med" len="med"/>
              </a:ln>
            </p:spPr>
          </p:cxnSp>
        </p:grpSp>
      </p:grpSp>
      <p:sp>
        <p:nvSpPr>
          <p:cNvPr id="487" name="Google Shape;487;p53"/>
          <p:cNvSpPr txBox="1">
            <a:spLocks noGrp="1"/>
          </p:cNvSpPr>
          <p:nvPr>
            <p:ph type="title"/>
          </p:nvPr>
        </p:nvSpPr>
        <p:spPr>
          <a:xfrm>
            <a:off x="228600" y="228600"/>
            <a:ext cx="6658800" cy="14190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None/>
            </a:pPr>
            <a:r>
              <a:rPr lang="en">
                <a:solidFill>
                  <a:schemeClr val="lt1"/>
                </a:solidFill>
              </a:rPr>
              <a:t>Using Polymarket Prediction Markets to Forecast S&amp;P 500 Daily Direction</a:t>
            </a:r>
            <a:endParaRPr>
              <a:solidFill>
                <a:schemeClr val="lt1"/>
              </a:solidFill>
            </a:endParaRPr>
          </a:p>
        </p:txBody>
      </p:sp>
      <p:sp>
        <p:nvSpPr>
          <p:cNvPr id="488" name="Google Shape;488;p53"/>
          <p:cNvSpPr txBox="1">
            <a:spLocks noGrp="1"/>
          </p:cNvSpPr>
          <p:nvPr>
            <p:ph type="subTitle" idx="1"/>
          </p:nvPr>
        </p:nvSpPr>
        <p:spPr>
          <a:xfrm>
            <a:off x="228600" y="2716650"/>
            <a:ext cx="8338500" cy="252000"/>
          </a:xfrm>
          <a:prstGeom prst="rect">
            <a:avLst/>
          </a:prstGeom>
          <a:effectLst>
            <a:outerShdw blurRad="57150" dist="19050" dir="5400000" algn="bl" rotWithShape="0">
              <a:srgbClr val="000000">
                <a:alpha val="50000"/>
              </a:srgbClr>
            </a:outerShdw>
          </a:effectLst>
        </p:spPr>
        <p:txBody>
          <a:bodyPr spcFirstLastPara="1" wrap="square" lIns="0" tIns="0" rIns="0" bIns="0" anchor="t" anchorCtr="0">
            <a:noAutofit/>
          </a:bodyPr>
          <a:lstStyle/>
          <a:p>
            <a:pPr marL="0" lvl="0" indent="0" algn="l" rtl="0">
              <a:lnSpc>
                <a:spcPct val="85000"/>
              </a:lnSpc>
              <a:spcBef>
                <a:spcPts val="0"/>
              </a:spcBef>
              <a:spcAft>
                <a:spcPts val="0"/>
              </a:spcAft>
              <a:buNone/>
            </a:pPr>
            <a:r>
              <a:rPr lang="en">
                <a:solidFill>
                  <a:schemeClr val="lt1"/>
                </a:solidFill>
                <a:latin typeface="Urbanist Medium"/>
                <a:ea typeface="Urbanist Medium"/>
                <a:cs typeface="Urbanist Medium"/>
                <a:sym typeface="Urbanist Medium"/>
              </a:rPr>
              <a:t>A Data Science Project to Explore the Viability of Polymarket-based Signals for Trading</a:t>
            </a:r>
            <a:endParaRPr>
              <a:solidFill>
                <a:schemeClr val="lt1"/>
              </a:solidFill>
              <a:latin typeface="Urbanist Medium"/>
              <a:ea typeface="Urbanist Medium"/>
              <a:cs typeface="Urbanist Medium"/>
              <a:sym typeface="Urbanist Medium"/>
            </a:endParaRPr>
          </a:p>
        </p:txBody>
      </p:sp>
      <p:sp>
        <p:nvSpPr>
          <p:cNvPr id="489" name="Google Shape;489;p53"/>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Bellevue University</a:t>
            </a:r>
            <a:endParaRPr/>
          </a:p>
        </p:txBody>
      </p:sp>
      <p:sp>
        <p:nvSpPr>
          <p:cNvPr id="490" name="Google Shape;490;p53"/>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Winter Term</a:t>
            </a:r>
            <a:endParaRPr/>
          </a:p>
        </p:txBody>
      </p:sp>
      <p:sp>
        <p:nvSpPr>
          <p:cNvPr id="491" name="Google Shape;491;p53"/>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p>
            <a:pPr marL="0" lvl="0" indent="0" algn="r" rtl="0">
              <a:spcBef>
                <a:spcPts val="0"/>
              </a:spcBef>
              <a:spcAft>
                <a:spcPts val="0"/>
              </a:spcAft>
              <a:buNone/>
            </a:pPr>
            <a:r>
              <a:rPr lang="en"/>
              <a:t>2025-2026</a:t>
            </a:r>
            <a:endParaRPr dirty="0"/>
          </a:p>
        </p:txBody>
      </p:sp>
      <p:sp>
        <p:nvSpPr>
          <p:cNvPr id="492" name="Google Shape;492;p53"/>
          <p:cNvSpPr txBox="1">
            <a:spLocks noGrp="1"/>
          </p:cNvSpPr>
          <p:nvPr>
            <p:ph type="subTitle" idx="7"/>
          </p:nvPr>
        </p:nvSpPr>
        <p:spPr>
          <a:xfrm>
            <a:off x="228591" y="3454475"/>
            <a:ext cx="4659600" cy="2520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Jan 17, 2026</a:t>
            </a:r>
            <a:endParaRPr/>
          </a:p>
          <a:p>
            <a:pPr marL="0" lvl="0" indent="0" algn="l" rtl="0">
              <a:spcBef>
                <a:spcPts val="0"/>
              </a:spcBef>
              <a:spcAft>
                <a:spcPts val="0"/>
              </a:spcAft>
              <a:buNone/>
            </a:pPr>
            <a:endParaRPr/>
          </a:p>
        </p:txBody>
      </p:sp>
      <p:sp>
        <p:nvSpPr>
          <p:cNvPr id="493" name="Google Shape;493;p53"/>
          <p:cNvSpPr txBox="1">
            <a:spLocks noGrp="1"/>
          </p:cNvSpPr>
          <p:nvPr>
            <p:ph type="subTitle" idx="8"/>
          </p:nvPr>
        </p:nvSpPr>
        <p:spPr>
          <a:xfrm>
            <a:off x="228591" y="3743050"/>
            <a:ext cx="4659600" cy="2520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a:t>Presented by Zicheng (Chance) Xu</a:t>
            </a:r>
            <a:endParaRPr/>
          </a:p>
          <a:p>
            <a:pPr marL="0" lvl="0" indent="0" algn="l" rtl="0">
              <a:spcBef>
                <a:spcPts val="0"/>
              </a:spcBef>
              <a:spcAft>
                <a:spcPts val="0"/>
              </a:spcAft>
              <a:buNone/>
            </a:pPr>
            <a:endParaRPr/>
          </a:p>
          <a:p>
            <a:pPr marL="0" lvl="0" indent="0" algn="l" rtl="0">
              <a:spcBef>
                <a:spcPts val="0"/>
              </a:spcBef>
              <a:spcAft>
                <a:spcPts val="0"/>
              </a:spcAft>
              <a:buNone/>
            </a:pPr>
            <a:r>
              <a:rPr lang="en"/>
              <a:t>Professor Iranitalab</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497"/>
        <p:cNvGrpSpPr/>
        <p:nvPr/>
      </p:nvGrpSpPr>
      <p:grpSpPr>
        <a:xfrm>
          <a:off x="0" y="0"/>
          <a:ext cx="0" cy="0"/>
          <a:chOff x="0" y="0"/>
          <a:chExt cx="0" cy="0"/>
        </a:xfrm>
      </p:grpSpPr>
      <p:sp>
        <p:nvSpPr>
          <p:cNvPr id="498" name="Google Shape;498;p54"/>
          <p:cNvSpPr/>
          <p:nvPr/>
        </p:nvSpPr>
        <p:spPr>
          <a:xfrm>
            <a:off x="101625" y="1444400"/>
            <a:ext cx="2803500" cy="1814100"/>
          </a:xfrm>
          <a:prstGeom prst="roundRect">
            <a:avLst>
              <a:gd name="adj" fmla="val 9631"/>
            </a:avLst>
          </a:prstGeom>
          <a:solidFill>
            <a:schemeClr val="lt2"/>
          </a:solidFill>
          <a:ln>
            <a:noFill/>
          </a:ln>
        </p:spPr>
        <p:txBody>
          <a:bodyPr spcFirstLastPara="1" wrap="square" lIns="121975" tIns="121975" rIns="121975" bIns="121975" anchor="ctr" anchorCtr="0">
            <a:noAutofit/>
          </a:bodyPr>
          <a:lstStyle/>
          <a:p>
            <a:pPr marL="0" lvl="0" indent="0" algn="ctr" rtl="0">
              <a:spcBef>
                <a:spcPts val="0"/>
              </a:spcBef>
              <a:spcAft>
                <a:spcPts val="0"/>
              </a:spcAft>
              <a:buNone/>
            </a:pPr>
            <a:endParaRPr sz="1867">
              <a:solidFill>
                <a:schemeClr val="dk1"/>
              </a:solidFill>
              <a:latin typeface="Urbanist"/>
              <a:ea typeface="Urbanist"/>
              <a:cs typeface="Urbanist"/>
              <a:sym typeface="Urbanist"/>
            </a:endParaRPr>
          </a:p>
        </p:txBody>
      </p:sp>
      <p:sp>
        <p:nvSpPr>
          <p:cNvPr id="499" name="Google Shape;499;p54"/>
          <p:cNvSpPr/>
          <p:nvPr/>
        </p:nvSpPr>
        <p:spPr>
          <a:xfrm>
            <a:off x="3113450" y="1444400"/>
            <a:ext cx="2803800" cy="1814100"/>
          </a:xfrm>
          <a:prstGeom prst="roundRect">
            <a:avLst>
              <a:gd name="adj" fmla="val 9631"/>
            </a:avLst>
          </a:prstGeom>
          <a:solidFill>
            <a:schemeClr val="lt2"/>
          </a:solidFill>
          <a:ln>
            <a:noFill/>
          </a:ln>
        </p:spPr>
        <p:txBody>
          <a:bodyPr spcFirstLastPara="1" wrap="square" lIns="122000" tIns="122000" rIns="122000" bIns="122000" anchor="ctr" anchorCtr="0">
            <a:noAutofit/>
          </a:bodyPr>
          <a:lstStyle/>
          <a:p>
            <a:pPr marL="0" lvl="0" indent="0" algn="ctr" rtl="0">
              <a:spcBef>
                <a:spcPts val="0"/>
              </a:spcBef>
              <a:spcAft>
                <a:spcPts val="0"/>
              </a:spcAft>
              <a:buNone/>
            </a:pPr>
            <a:endParaRPr sz="1868">
              <a:solidFill>
                <a:schemeClr val="dk1"/>
              </a:solidFill>
              <a:latin typeface="Urbanist"/>
              <a:ea typeface="Urbanist"/>
              <a:cs typeface="Urbanist"/>
              <a:sym typeface="Urbanist"/>
            </a:endParaRPr>
          </a:p>
        </p:txBody>
      </p:sp>
      <p:sp>
        <p:nvSpPr>
          <p:cNvPr id="500" name="Google Shape;500;p54"/>
          <p:cNvSpPr/>
          <p:nvPr/>
        </p:nvSpPr>
        <p:spPr>
          <a:xfrm>
            <a:off x="6125325" y="1444400"/>
            <a:ext cx="2803800" cy="1814100"/>
          </a:xfrm>
          <a:prstGeom prst="roundRect">
            <a:avLst>
              <a:gd name="adj" fmla="val 9631"/>
            </a:avLst>
          </a:prstGeom>
          <a:solidFill>
            <a:schemeClr val="lt2"/>
          </a:solidFill>
          <a:ln>
            <a:noFill/>
          </a:ln>
        </p:spPr>
        <p:txBody>
          <a:bodyPr spcFirstLastPara="1" wrap="square" lIns="122000" tIns="122000" rIns="122000" bIns="122000" anchor="ctr" anchorCtr="0">
            <a:noAutofit/>
          </a:bodyPr>
          <a:lstStyle/>
          <a:p>
            <a:pPr marL="0" lvl="0" indent="0" algn="ctr" rtl="0">
              <a:spcBef>
                <a:spcPts val="0"/>
              </a:spcBef>
              <a:spcAft>
                <a:spcPts val="0"/>
              </a:spcAft>
              <a:buNone/>
            </a:pPr>
            <a:endParaRPr sz="1868">
              <a:solidFill>
                <a:schemeClr val="dk1"/>
              </a:solidFill>
              <a:latin typeface="Urbanist"/>
              <a:ea typeface="Urbanist"/>
              <a:cs typeface="Urbanist"/>
              <a:sym typeface="Urbanist"/>
            </a:endParaRPr>
          </a:p>
        </p:txBody>
      </p:sp>
      <p:sp>
        <p:nvSpPr>
          <p:cNvPr id="501" name="Google Shape;501;p54"/>
          <p:cNvSpPr txBox="1">
            <a:spLocks noGrp="1"/>
          </p:cNvSpPr>
          <p:nvPr>
            <p:ph type="title"/>
          </p:nvPr>
        </p:nvSpPr>
        <p:spPr>
          <a:xfrm>
            <a:off x="270563" y="1700676"/>
            <a:ext cx="2484600" cy="391200"/>
          </a:xfrm>
          <a:prstGeom prst="rect">
            <a:avLst/>
          </a:prstGeom>
        </p:spPr>
        <p:txBody>
          <a:bodyPr spcFirstLastPara="1" wrap="square" lIns="121975" tIns="121975" rIns="121975" bIns="121975" anchor="b" anchorCtr="0">
            <a:noAutofit/>
          </a:bodyPr>
          <a:lstStyle/>
          <a:p>
            <a:pPr marL="0" lvl="0" indent="0" algn="l" rtl="0">
              <a:spcBef>
                <a:spcPts val="0"/>
              </a:spcBef>
              <a:spcAft>
                <a:spcPts val="0"/>
              </a:spcAft>
              <a:buNone/>
            </a:pPr>
            <a:r>
              <a:rPr lang="en" sz="2401"/>
              <a:t>1</a:t>
            </a:r>
            <a:endParaRPr sz="2401"/>
          </a:p>
        </p:txBody>
      </p:sp>
      <p:sp>
        <p:nvSpPr>
          <p:cNvPr id="502" name="Google Shape;502;p54"/>
          <p:cNvSpPr txBox="1">
            <a:spLocks noGrp="1"/>
          </p:cNvSpPr>
          <p:nvPr>
            <p:ph type="subTitle" idx="5"/>
          </p:nvPr>
        </p:nvSpPr>
        <p:spPr>
          <a:xfrm>
            <a:off x="270774" y="1998782"/>
            <a:ext cx="2634600" cy="272700"/>
          </a:xfrm>
          <a:prstGeom prst="rect">
            <a:avLst/>
          </a:prstGeom>
        </p:spPr>
        <p:txBody>
          <a:bodyPr spcFirstLastPara="1" wrap="square" lIns="121975" tIns="121975" rIns="121975" bIns="121975" anchor="t" anchorCtr="0">
            <a:noAutofit/>
          </a:bodyPr>
          <a:lstStyle/>
          <a:p>
            <a:pPr marL="0" lvl="0" indent="0" algn="l" rtl="0">
              <a:spcBef>
                <a:spcPts val="0"/>
              </a:spcBef>
              <a:spcAft>
                <a:spcPts val="0"/>
              </a:spcAft>
              <a:buNone/>
            </a:pPr>
            <a:r>
              <a:rPr lang="en" sz="1734"/>
              <a:t>Goal</a:t>
            </a:r>
            <a:endParaRPr sz="1734"/>
          </a:p>
        </p:txBody>
      </p:sp>
      <p:sp>
        <p:nvSpPr>
          <p:cNvPr id="503" name="Google Shape;503;p54"/>
          <p:cNvSpPr txBox="1">
            <a:spLocks noGrp="1"/>
          </p:cNvSpPr>
          <p:nvPr>
            <p:ph type="body" idx="6"/>
          </p:nvPr>
        </p:nvSpPr>
        <p:spPr>
          <a:xfrm>
            <a:off x="284845" y="2424528"/>
            <a:ext cx="2437200" cy="637800"/>
          </a:xfrm>
          <a:prstGeom prst="rect">
            <a:avLst/>
          </a:prstGeom>
        </p:spPr>
        <p:txBody>
          <a:bodyPr spcFirstLastPara="1" wrap="square" lIns="121975" tIns="121975" rIns="121975" bIns="121975" anchor="t" anchorCtr="0">
            <a:noAutofit/>
          </a:bodyPr>
          <a:lstStyle/>
          <a:p>
            <a:pPr marL="0" lvl="0" indent="0" algn="l" rtl="0">
              <a:lnSpc>
                <a:spcPct val="115000"/>
              </a:lnSpc>
              <a:spcBef>
                <a:spcPts val="0"/>
              </a:spcBef>
              <a:spcAft>
                <a:spcPts val="0"/>
              </a:spcAft>
              <a:buNone/>
            </a:pPr>
            <a:r>
              <a:rPr lang="en" sz="1400"/>
              <a:t>predict next-day S&amp;P 500 up/down (SPY)</a:t>
            </a:r>
            <a:endParaRPr sz="1400"/>
          </a:p>
        </p:txBody>
      </p:sp>
      <p:sp>
        <p:nvSpPr>
          <p:cNvPr id="504" name="Google Shape;504;p54"/>
          <p:cNvSpPr txBox="1">
            <a:spLocks noGrp="1"/>
          </p:cNvSpPr>
          <p:nvPr>
            <p:ph type="title" idx="7"/>
          </p:nvPr>
        </p:nvSpPr>
        <p:spPr>
          <a:xfrm>
            <a:off x="3276026" y="1700696"/>
            <a:ext cx="2484600" cy="390900"/>
          </a:xfrm>
          <a:prstGeom prst="rect">
            <a:avLst/>
          </a:prstGeom>
        </p:spPr>
        <p:txBody>
          <a:bodyPr spcFirstLastPara="1" wrap="square" lIns="122000" tIns="122000" rIns="122000" bIns="122000" anchor="b" anchorCtr="0">
            <a:noAutofit/>
          </a:bodyPr>
          <a:lstStyle/>
          <a:p>
            <a:pPr marL="0" lvl="0" indent="0" algn="l" rtl="0">
              <a:spcBef>
                <a:spcPts val="0"/>
              </a:spcBef>
              <a:spcAft>
                <a:spcPts val="0"/>
              </a:spcAft>
              <a:buNone/>
            </a:pPr>
            <a:r>
              <a:rPr lang="en" sz="2401"/>
              <a:t>2</a:t>
            </a:r>
            <a:endParaRPr sz="2401"/>
          </a:p>
        </p:txBody>
      </p:sp>
      <p:sp>
        <p:nvSpPr>
          <p:cNvPr id="505" name="Google Shape;505;p54"/>
          <p:cNvSpPr txBox="1">
            <a:spLocks noGrp="1"/>
          </p:cNvSpPr>
          <p:nvPr>
            <p:ph type="subTitle" idx="8"/>
          </p:nvPr>
        </p:nvSpPr>
        <p:spPr>
          <a:xfrm>
            <a:off x="3281116" y="2013354"/>
            <a:ext cx="2634900" cy="273000"/>
          </a:xfrm>
          <a:prstGeom prst="rect">
            <a:avLst/>
          </a:prstGeom>
        </p:spPr>
        <p:txBody>
          <a:bodyPr spcFirstLastPara="1" wrap="square" lIns="122000" tIns="122000" rIns="122000" bIns="122000" anchor="t" anchorCtr="0">
            <a:noAutofit/>
          </a:bodyPr>
          <a:lstStyle/>
          <a:p>
            <a:pPr marL="0" lvl="0" indent="0" algn="l" rtl="0">
              <a:spcBef>
                <a:spcPts val="0"/>
              </a:spcBef>
              <a:spcAft>
                <a:spcPts val="0"/>
              </a:spcAft>
              <a:buNone/>
            </a:pPr>
            <a:r>
              <a:rPr lang="en" sz="1734"/>
              <a:t>Why prediction markets</a:t>
            </a:r>
            <a:endParaRPr sz="1734"/>
          </a:p>
        </p:txBody>
      </p:sp>
      <p:sp>
        <p:nvSpPr>
          <p:cNvPr id="506" name="Google Shape;506;p54"/>
          <p:cNvSpPr txBox="1">
            <a:spLocks noGrp="1"/>
          </p:cNvSpPr>
          <p:nvPr>
            <p:ph type="body" idx="9"/>
          </p:nvPr>
        </p:nvSpPr>
        <p:spPr>
          <a:xfrm>
            <a:off x="3307350" y="2452400"/>
            <a:ext cx="2484600" cy="637500"/>
          </a:xfrm>
          <a:prstGeom prst="rect">
            <a:avLst/>
          </a:prstGeom>
        </p:spPr>
        <p:txBody>
          <a:bodyPr spcFirstLastPara="1" wrap="square" lIns="122000" tIns="122000" rIns="122000" bIns="122000" anchor="t" anchorCtr="0">
            <a:noAutofit/>
          </a:bodyPr>
          <a:lstStyle/>
          <a:p>
            <a:pPr marL="0" lvl="0" indent="0" algn="l" rtl="0">
              <a:lnSpc>
                <a:spcPct val="115000"/>
              </a:lnSpc>
              <a:spcBef>
                <a:spcPts val="0"/>
              </a:spcBef>
              <a:spcAft>
                <a:spcPts val="0"/>
              </a:spcAft>
              <a:buClr>
                <a:schemeClr val="dk1"/>
              </a:buClr>
              <a:buSzPts val="1468"/>
              <a:buFont typeface="Arial"/>
              <a:buNone/>
            </a:pPr>
            <a:r>
              <a:rPr lang="en" sz="1400"/>
              <a:t>“crowd-implied probabilities” as a sentiment/belief signal</a:t>
            </a:r>
            <a:endParaRPr sz="1400"/>
          </a:p>
        </p:txBody>
      </p:sp>
      <p:sp>
        <p:nvSpPr>
          <p:cNvPr id="507" name="Google Shape;507;p54"/>
          <p:cNvSpPr txBox="1">
            <a:spLocks noGrp="1"/>
          </p:cNvSpPr>
          <p:nvPr>
            <p:ph type="title" idx="13"/>
          </p:nvPr>
        </p:nvSpPr>
        <p:spPr>
          <a:xfrm>
            <a:off x="6298888" y="1700689"/>
            <a:ext cx="2484600" cy="391200"/>
          </a:xfrm>
          <a:prstGeom prst="rect">
            <a:avLst/>
          </a:prstGeom>
        </p:spPr>
        <p:txBody>
          <a:bodyPr spcFirstLastPara="1" wrap="square" lIns="122000" tIns="122000" rIns="122000" bIns="122000" anchor="b" anchorCtr="0">
            <a:noAutofit/>
          </a:bodyPr>
          <a:lstStyle/>
          <a:p>
            <a:pPr marL="0" lvl="0" indent="0" algn="l" rtl="0">
              <a:spcBef>
                <a:spcPts val="0"/>
              </a:spcBef>
              <a:spcAft>
                <a:spcPts val="0"/>
              </a:spcAft>
              <a:buNone/>
            </a:pPr>
            <a:r>
              <a:rPr lang="en" sz="2401"/>
              <a:t>3</a:t>
            </a:r>
            <a:endParaRPr sz="2401"/>
          </a:p>
        </p:txBody>
      </p:sp>
      <p:sp>
        <p:nvSpPr>
          <p:cNvPr id="508" name="Google Shape;508;p54"/>
          <p:cNvSpPr txBox="1">
            <a:spLocks noGrp="1"/>
          </p:cNvSpPr>
          <p:nvPr>
            <p:ph type="subTitle" idx="14"/>
          </p:nvPr>
        </p:nvSpPr>
        <p:spPr>
          <a:xfrm>
            <a:off x="6285138" y="2044201"/>
            <a:ext cx="2634600" cy="273000"/>
          </a:xfrm>
          <a:prstGeom prst="rect">
            <a:avLst/>
          </a:prstGeom>
        </p:spPr>
        <p:txBody>
          <a:bodyPr spcFirstLastPara="1" wrap="square" lIns="122000" tIns="122000" rIns="122000" bIns="122000" anchor="t" anchorCtr="0">
            <a:noAutofit/>
          </a:bodyPr>
          <a:lstStyle/>
          <a:p>
            <a:pPr marL="0" lvl="0" indent="0" algn="l" rtl="0">
              <a:spcBef>
                <a:spcPts val="0"/>
              </a:spcBef>
              <a:spcAft>
                <a:spcPts val="0"/>
              </a:spcAft>
              <a:buClr>
                <a:schemeClr val="dk1"/>
              </a:buClr>
              <a:buSzPts val="1468"/>
              <a:buFont typeface="Arial"/>
              <a:buNone/>
            </a:pPr>
            <a:r>
              <a:rPr lang="en" sz="1734"/>
              <a:t>Practical framing</a:t>
            </a:r>
            <a:endParaRPr sz="1734"/>
          </a:p>
        </p:txBody>
      </p:sp>
      <p:sp>
        <p:nvSpPr>
          <p:cNvPr id="509" name="Google Shape;509;p54"/>
          <p:cNvSpPr txBox="1">
            <a:spLocks noGrp="1"/>
          </p:cNvSpPr>
          <p:nvPr>
            <p:ph type="body" idx="15"/>
          </p:nvPr>
        </p:nvSpPr>
        <p:spPr>
          <a:xfrm>
            <a:off x="6320630" y="2510191"/>
            <a:ext cx="2437500" cy="637800"/>
          </a:xfrm>
          <a:prstGeom prst="rect">
            <a:avLst/>
          </a:prstGeom>
        </p:spPr>
        <p:txBody>
          <a:bodyPr spcFirstLastPara="1" wrap="square" lIns="122000" tIns="122000" rIns="122000" bIns="122000" anchor="t" anchorCtr="0">
            <a:noAutofit/>
          </a:bodyPr>
          <a:lstStyle/>
          <a:p>
            <a:pPr marL="0" lvl="0" indent="0" algn="l" rtl="0">
              <a:lnSpc>
                <a:spcPct val="115000"/>
              </a:lnSpc>
              <a:spcBef>
                <a:spcPts val="0"/>
              </a:spcBef>
              <a:spcAft>
                <a:spcPts val="0"/>
              </a:spcAft>
              <a:buClr>
                <a:schemeClr val="dk1"/>
              </a:buClr>
              <a:buSzPts val="1468"/>
              <a:buFont typeface="Arial"/>
              <a:buNone/>
            </a:pPr>
            <a:r>
              <a:rPr lang="en" sz="1400"/>
              <a:t>research signal, not trading advice</a:t>
            </a:r>
            <a:endParaRPr sz="1400"/>
          </a:p>
        </p:txBody>
      </p:sp>
      <p:sp>
        <p:nvSpPr>
          <p:cNvPr id="510" name="Google Shape;510;p54"/>
          <p:cNvSpPr/>
          <p:nvPr/>
        </p:nvSpPr>
        <p:spPr>
          <a:xfrm>
            <a:off x="157200" y="4646650"/>
            <a:ext cx="8829600" cy="359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511" name="Google Shape;511;p54"/>
          <p:cNvSpPr txBox="1"/>
          <p:nvPr/>
        </p:nvSpPr>
        <p:spPr>
          <a:xfrm>
            <a:off x="223050" y="299600"/>
            <a:ext cx="4963800" cy="5541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400" b="1">
                <a:solidFill>
                  <a:schemeClr val="lt1"/>
                </a:solidFill>
                <a:latin typeface="Urbanist"/>
                <a:ea typeface="Urbanist"/>
                <a:cs typeface="Urbanist"/>
                <a:sym typeface="Urbanist"/>
              </a:rPr>
              <a:t>Business problem &amp; why it matters</a:t>
            </a:r>
            <a:endParaRPr sz="2400" b="1">
              <a:solidFill>
                <a:schemeClr val="lt1"/>
              </a:solidFill>
              <a:latin typeface="Urbanist"/>
              <a:ea typeface="Urbanist"/>
              <a:cs typeface="Urbanist"/>
              <a:sym typeface="Urbanist"/>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15"/>
        <p:cNvGrpSpPr/>
        <p:nvPr/>
      </p:nvGrpSpPr>
      <p:grpSpPr>
        <a:xfrm>
          <a:off x="0" y="0"/>
          <a:ext cx="0" cy="0"/>
          <a:chOff x="0" y="0"/>
          <a:chExt cx="0" cy="0"/>
        </a:xfrm>
      </p:grpSpPr>
      <p:sp>
        <p:nvSpPr>
          <p:cNvPr id="516" name="Google Shape;516;p55"/>
          <p:cNvSpPr txBox="1">
            <a:spLocks noGrp="1"/>
          </p:cNvSpPr>
          <p:nvPr>
            <p:ph type="title"/>
          </p:nvPr>
        </p:nvSpPr>
        <p:spPr>
          <a:xfrm>
            <a:off x="137400" y="1007850"/>
            <a:ext cx="3233100" cy="2682900"/>
          </a:xfrm>
          <a:prstGeom prst="rect">
            <a:avLst/>
          </a:prstGeom>
        </p:spPr>
        <p:txBody>
          <a:bodyPr spcFirstLastPara="1" wrap="square" lIns="0" tIns="0" rIns="91425" bIns="91425" anchor="t" anchorCtr="0">
            <a:spAutoFit/>
          </a:bodyPr>
          <a:lstStyle/>
          <a:p>
            <a:pPr marL="457200" lvl="0" indent="-342900" algn="l" rtl="0">
              <a:spcBef>
                <a:spcPts val="0"/>
              </a:spcBef>
              <a:spcAft>
                <a:spcPts val="0"/>
              </a:spcAft>
              <a:buSzPts val="1800"/>
              <a:buChar char="●"/>
            </a:pPr>
            <a:r>
              <a:rPr lang="en" sz="1800"/>
              <a:t>Polymarket (Gamma + CLOB histories) + SPY/VIX (Yahoo Finance/yfinance)</a:t>
            </a:r>
            <a:endParaRPr sz="1800"/>
          </a:p>
          <a:p>
            <a:pPr marL="457200" lvl="0" indent="-342900" algn="l" rtl="0">
              <a:spcBef>
                <a:spcPts val="0"/>
              </a:spcBef>
              <a:spcAft>
                <a:spcPts val="0"/>
              </a:spcAft>
              <a:buSzPts val="1800"/>
              <a:buChar char="●"/>
            </a:pPr>
            <a:r>
              <a:rPr lang="en" sz="1800"/>
              <a:t>Problem: strict daily SPX up/down markets are sparse/short-lived</a:t>
            </a:r>
            <a:endParaRPr sz="1800"/>
          </a:p>
          <a:p>
            <a:pPr marL="457200" lvl="0" indent="-342900" algn="l" rtl="0">
              <a:spcBef>
                <a:spcPts val="0"/>
              </a:spcBef>
              <a:spcAft>
                <a:spcPts val="0"/>
              </a:spcAft>
              <a:buSzPts val="1800"/>
              <a:buChar char="●"/>
            </a:pPr>
            <a:r>
              <a:rPr lang="en" sz="1800"/>
              <a:t>Pivot: “fusion universe” + topic aggregation</a:t>
            </a: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p:txBody>
      </p:sp>
      <p:sp>
        <p:nvSpPr>
          <p:cNvPr id="517" name="Google Shape;517;p55"/>
          <p:cNvSpPr txBox="1"/>
          <p:nvPr/>
        </p:nvSpPr>
        <p:spPr>
          <a:xfrm>
            <a:off x="137400" y="139000"/>
            <a:ext cx="6321600" cy="1015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800" b="1">
                <a:solidFill>
                  <a:schemeClr val="lt1"/>
                </a:solidFill>
                <a:latin typeface="Urbanist"/>
                <a:ea typeface="Urbanist"/>
                <a:cs typeface="Urbanist"/>
                <a:sym typeface="Urbanist"/>
              </a:rPr>
              <a:t>Data sources + key obstacle (why pivot)</a:t>
            </a:r>
            <a:endParaRPr sz="1800" b="1">
              <a:solidFill>
                <a:schemeClr val="lt1"/>
              </a:solidFill>
              <a:latin typeface="Urbanist"/>
              <a:ea typeface="Urbanist"/>
              <a:cs typeface="Urbanist"/>
              <a:sym typeface="Urbanist"/>
            </a:endParaRPr>
          </a:p>
          <a:p>
            <a:pPr marL="0" lvl="0" indent="0" algn="l" rtl="0">
              <a:spcBef>
                <a:spcPts val="0"/>
              </a:spcBef>
              <a:spcAft>
                <a:spcPts val="0"/>
              </a:spcAft>
              <a:buClr>
                <a:schemeClr val="dk1"/>
              </a:buClr>
              <a:buSzPts val="1100"/>
              <a:buFont typeface="Arial"/>
              <a:buNone/>
            </a:pPr>
            <a:endParaRPr sz="1800" b="1">
              <a:solidFill>
                <a:schemeClr val="lt1"/>
              </a:solidFill>
              <a:latin typeface="Urbanist"/>
              <a:ea typeface="Urbanist"/>
              <a:cs typeface="Urbanist"/>
              <a:sym typeface="Urbanist"/>
            </a:endParaRPr>
          </a:p>
          <a:p>
            <a:pPr marL="0" lvl="0" indent="0" algn="l" rtl="0">
              <a:spcBef>
                <a:spcPts val="0"/>
              </a:spcBef>
              <a:spcAft>
                <a:spcPts val="0"/>
              </a:spcAft>
              <a:buNone/>
            </a:pPr>
            <a:endParaRPr sz="1800" b="1">
              <a:solidFill>
                <a:schemeClr val="lt1"/>
              </a:solidFill>
              <a:latin typeface="Urbanist"/>
              <a:ea typeface="Urbanist"/>
              <a:cs typeface="Urbanist"/>
              <a:sym typeface="Urbanist"/>
            </a:endParaRPr>
          </a:p>
        </p:txBody>
      </p:sp>
      <p:sp>
        <p:nvSpPr>
          <p:cNvPr id="518" name="Google Shape;518;p55"/>
          <p:cNvSpPr/>
          <p:nvPr/>
        </p:nvSpPr>
        <p:spPr>
          <a:xfrm>
            <a:off x="157200" y="4646650"/>
            <a:ext cx="8829600" cy="359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pic>
        <p:nvPicPr>
          <p:cNvPr id="519" name="Google Shape;519;p55"/>
          <p:cNvPicPr preferRelativeResize="0"/>
          <p:nvPr/>
        </p:nvPicPr>
        <p:blipFill>
          <a:blip r:embed="rId3">
            <a:alphaModFix/>
          </a:blip>
          <a:stretch>
            <a:fillRect/>
          </a:stretch>
        </p:blipFill>
        <p:spPr>
          <a:xfrm>
            <a:off x="3576375" y="1007850"/>
            <a:ext cx="5339023" cy="346295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524" name="Google Shape;524;p56"/>
          <p:cNvSpPr txBox="1">
            <a:spLocks noGrp="1"/>
          </p:cNvSpPr>
          <p:nvPr>
            <p:ph type="title"/>
          </p:nvPr>
        </p:nvSpPr>
        <p:spPr>
          <a:xfrm>
            <a:off x="137400" y="1007850"/>
            <a:ext cx="3233100" cy="2447400"/>
          </a:xfrm>
          <a:prstGeom prst="rect">
            <a:avLst/>
          </a:prstGeom>
        </p:spPr>
        <p:txBody>
          <a:bodyPr spcFirstLastPara="1" wrap="square" lIns="0" tIns="0" rIns="91425" bIns="91425" anchor="t" anchorCtr="0">
            <a:spAutoFit/>
          </a:bodyPr>
          <a:lstStyle/>
          <a:p>
            <a:pPr marL="457200" lvl="0" indent="-342900" algn="l" rtl="0">
              <a:spcBef>
                <a:spcPts val="0"/>
              </a:spcBef>
              <a:spcAft>
                <a:spcPts val="0"/>
              </a:spcAft>
              <a:buSzPts val="1800"/>
              <a:buChar char="●"/>
            </a:pPr>
            <a:r>
              <a:rPr lang="en" sz="1800"/>
              <a:t>Need longer continuous histories for supervised ML</a:t>
            </a:r>
            <a:endParaRPr sz="1800"/>
          </a:p>
          <a:p>
            <a:pPr marL="457200" lvl="0" indent="-342900" algn="l" rtl="0">
              <a:spcBef>
                <a:spcPts val="0"/>
              </a:spcBef>
              <a:spcAft>
                <a:spcPts val="0"/>
              </a:spcAft>
              <a:buSzPts val="1800"/>
              <a:buChar char="●"/>
            </a:pPr>
            <a:r>
              <a:rPr lang="en" sz="1800"/>
              <a:t>Filter markets by minimum history length</a:t>
            </a:r>
            <a:endParaRPr sz="1800"/>
          </a:p>
          <a:p>
            <a:pPr marL="457200" lvl="0" indent="-342900" algn="l" rtl="0">
              <a:spcBef>
                <a:spcPts val="0"/>
              </a:spcBef>
              <a:spcAft>
                <a:spcPts val="0"/>
              </a:spcAft>
              <a:buSzPts val="1800"/>
              <a:buChar char="●"/>
            </a:pPr>
            <a:r>
              <a:rPr lang="en" sz="1800"/>
              <a:t>Cache + daily alignment (UTC → daily key; merge to trading days) </a:t>
            </a: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p:txBody>
      </p:sp>
      <p:sp>
        <p:nvSpPr>
          <p:cNvPr id="525" name="Google Shape;525;p56"/>
          <p:cNvSpPr txBox="1"/>
          <p:nvPr/>
        </p:nvSpPr>
        <p:spPr>
          <a:xfrm>
            <a:off x="137400" y="139000"/>
            <a:ext cx="4213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lt1"/>
                </a:solidFill>
                <a:latin typeface="Urbanist"/>
                <a:ea typeface="Urbanist"/>
                <a:cs typeface="Urbanist"/>
                <a:sym typeface="Urbanist"/>
              </a:rPr>
              <a:t>Building usable histories</a:t>
            </a:r>
            <a:endParaRPr sz="1800" b="1">
              <a:solidFill>
                <a:schemeClr val="lt1"/>
              </a:solidFill>
              <a:latin typeface="Urbanist"/>
              <a:ea typeface="Urbanist"/>
              <a:cs typeface="Urbanist"/>
              <a:sym typeface="Urbanist"/>
            </a:endParaRPr>
          </a:p>
        </p:txBody>
      </p:sp>
      <p:sp>
        <p:nvSpPr>
          <p:cNvPr id="526" name="Google Shape;526;p56"/>
          <p:cNvSpPr/>
          <p:nvPr/>
        </p:nvSpPr>
        <p:spPr>
          <a:xfrm>
            <a:off x="157200" y="4646650"/>
            <a:ext cx="8829600" cy="359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527" name="Google Shape;527;p56"/>
          <p:cNvSpPr txBox="1"/>
          <p:nvPr/>
        </p:nvSpPr>
        <p:spPr>
          <a:xfrm>
            <a:off x="7760750" y="3876875"/>
            <a:ext cx="1112700" cy="25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Urbanist"/>
                <a:ea typeface="Urbanist"/>
                <a:cs typeface="Urbanist"/>
                <a:sym typeface="Urbanist"/>
              </a:rPr>
              <a:t>Puerto Rico</a:t>
            </a:r>
            <a:endParaRPr sz="1000">
              <a:solidFill>
                <a:schemeClr val="dk1"/>
              </a:solidFill>
              <a:latin typeface="Urbanist"/>
              <a:ea typeface="Urbanist"/>
              <a:cs typeface="Urbanist"/>
              <a:sym typeface="Urbanist"/>
            </a:endParaRPr>
          </a:p>
        </p:txBody>
      </p:sp>
      <p:pic>
        <p:nvPicPr>
          <p:cNvPr id="528" name="Google Shape;528;p56"/>
          <p:cNvPicPr preferRelativeResize="0"/>
          <p:nvPr/>
        </p:nvPicPr>
        <p:blipFill>
          <a:blip r:embed="rId3">
            <a:alphaModFix/>
          </a:blip>
          <a:stretch>
            <a:fillRect/>
          </a:stretch>
        </p:blipFill>
        <p:spPr>
          <a:xfrm>
            <a:off x="3682812" y="1007850"/>
            <a:ext cx="4795788" cy="3594893"/>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57"/>
          <p:cNvSpPr txBox="1">
            <a:spLocks noGrp="1"/>
          </p:cNvSpPr>
          <p:nvPr>
            <p:ph type="title"/>
          </p:nvPr>
        </p:nvSpPr>
        <p:spPr>
          <a:xfrm>
            <a:off x="137400" y="1007850"/>
            <a:ext cx="3233100" cy="2918400"/>
          </a:xfrm>
          <a:prstGeom prst="rect">
            <a:avLst/>
          </a:prstGeom>
        </p:spPr>
        <p:txBody>
          <a:bodyPr spcFirstLastPara="1" wrap="square" lIns="0" tIns="0" rIns="91425" bIns="91425" anchor="t" anchorCtr="0">
            <a:spAutoFit/>
          </a:bodyPr>
          <a:lstStyle/>
          <a:p>
            <a:pPr marL="457200" lvl="0" indent="-342900" algn="l" rtl="0">
              <a:spcBef>
                <a:spcPts val="0"/>
              </a:spcBef>
              <a:spcAft>
                <a:spcPts val="0"/>
              </a:spcAft>
              <a:buSzPts val="1800"/>
              <a:buChar char="●"/>
            </a:pPr>
            <a:r>
              <a:rPr lang="en" sz="1800"/>
              <a:t>Per-market features are sparse → aggregate to topics</a:t>
            </a:r>
            <a:endParaRPr sz="1800"/>
          </a:p>
          <a:p>
            <a:pPr marL="457200" lvl="0" indent="-342900" algn="l" rtl="0">
              <a:spcBef>
                <a:spcPts val="0"/>
              </a:spcBef>
              <a:spcAft>
                <a:spcPts val="0"/>
              </a:spcAft>
              <a:buSzPts val="1800"/>
              <a:buChar char="●"/>
            </a:pPr>
            <a:r>
              <a:rPr lang="en" sz="1800"/>
              <a:t>Topics used: crypto, rates, growth/recession, policy risk</a:t>
            </a:r>
            <a:endParaRPr sz="1800"/>
          </a:p>
          <a:p>
            <a:pPr marL="457200" lvl="0" indent="-342900" algn="l" rtl="0">
              <a:spcBef>
                <a:spcPts val="0"/>
              </a:spcBef>
              <a:spcAft>
                <a:spcPts val="0"/>
              </a:spcAft>
              <a:buSzPts val="1800"/>
              <a:buChar char="●"/>
            </a:pPr>
            <a:r>
              <a:rPr lang="en" sz="1800"/>
              <a:t>Daily topic features: level, changes, rolling means + active count </a:t>
            </a: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p:txBody>
      </p:sp>
      <p:sp>
        <p:nvSpPr>
          <p:cNvPr id="534" name="Google Shape;534;p57"/>
          <p:cNvSpPr txBox="1"/>
          <p:nvPr/>
        </p:nvSpPr>
        <p:spPr>
          <a:xfrm>
            <a:off x="137400" y="139000"/>
            <a:ext cx="5504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lt1"/>
                </a:solidFill>
                <a:latin typeface="Urbanist"/>
                <a:ea typeface="Urbanist"/>
                <a:cs typeface="Urbanist"/>
                <a:sym typeface="Urbanist"/>
              </a:rPr>
              <a:t>Feature engineering (topic aggregation) + why</a:t>
            </a:r>
            <a:endParaRPr sz="1800" b="1">
              <a:solidFill>
                <a:schemeClr val="lt1"/>
              </a:solidFill>
              <a:latin typeface="Urbanist"/>
              <a:ea typeface="Urbanist"/>
              <a:cs typeface="Urbanist"/>
              <a:sym typeface="Urbanist"/>
            </a:endParaRPr>
          </a:p>
        </p:txBody>
      </p:sp>
      <p:sp>
        <p:nvSpPr>
          <p:cNvPr id="535" name="Google Shape;535;p57"/>
          <p:cNvSpPr/>
          <p:nvPr/>
        </p:nvSpPr>
        <p:spPr>
          <a:xfrm>
            <a:off x="157200" y="4646650"/>
            <a:ext cx="8829600" cy="359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536" name="Google Shape;536;p57"/>
          <p:cNvSpPr txBox="1"/>
          <p:nvPr/>
        </p:nvSpPr>
        <p:spPr>
          <a:xfrm>
            <a:off x="7760750" y="3876875"/>
            <a:ext cx="1112700" cy="25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Urbanist"/>
                <a:ea typeface="Urbanist"/>
                <a:cs typeface="Urbanist"/>
                <a:sym typeface="Urbanist"/>
              </a:rPr>
              <a:t>Puerto Rico</a:t>
            </a:r>
            <a:endParaRPr sz="1000">
              <a:solidFill>
                <a:schemeClr val="dk1"/>
              </a:solidFill>
              <a:latin typeface="Urbanist"/>
              <a:ea typeface="Urbanist"/>
              <a:cs typeface="Urbanist"/>
              <a:sym typeface="Urbanist"/>
            </a:endParaRPr>
          </a:p>
        </p:txBody>
      </p:sp>
      <p:pic>
        <p:nvPicPr>
          <p:cNvPr id="537" name="Google Shape;537;p57"/>
          <p:cNvPicPr preferRelativeResize="0"/>
          <p:nvPr/>
        </p:nvPicPr>
        <p:blipFill>
          <a:blip r:embed="rId3">
            <a:alphaModFix/>
          </a:blip>
          <a:stretch>
            <a:fillRect/>
          </a:stretch>
        </p:blipFill>
        <p:spPr>
          <a:xfrm>
            <a:off x="3682813" y="1007850"/>
            <a:ext cx="4795774" cy="35949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541"/>
        <p:cNvGrpSpPr/>
        <p:nvPr/>
      </p:nvGrpSpPr>
      <p:grpSpPr>
        <a:xfrm>
          <a:off x="0" y="0"/>
          <a:ext cx="0" cy="0"/>
          <a:chOff x="0" y="0"/>
          <a:chExt cx="0" cy="0"/>
        </a:xfrm>
      </p:grpSpPr>
      <p:sp>
        <p:nvSpPr>
          <p:cNvPr id="542" name="Google Shape;542;p58"/>
          <p:cNvSpPr txBox="1">
            <a:spLocks noGrp="1"/>
          </p:cNvSpPr>
          <p:nvPr>
            <p:ph type="title"/>
          </p:nvPr>
        </p:nvSpPr>
        <p:spPr>
          <a:xfrm>
            <a:off x="137400" y="1007850"/>
            <a:ext cx="3233100" cy="2918400"/>
          </a:xfrm>
          <a:prstGeom prst="rect">
            <a:avLst/>
          </a:prstGeom>
        </p:spPr>
        <p:txBody>
          <a:bodyPr spcFirstLastPara="1" wrap="square" lIns="0" tIns="0" rIns="91425" bIns="91425" anchor="t" anchorCtr="0">
            <a:spAutoFit/>
          </a:bodyPr>
          <a:lstStyle/>
          <a:p>
            <a:pPr marL="457200" lvl="0" indent="-342900" algn="l" rtl="0">
              <a:spcBef>
                <a:spcPts val="0"/>
              </a:spcBef>
              <a:spcAft>
                <a:spcPts val="0"/>
              </a:spcAft>
              <a:buSzPts val="1800"/>
              <a:buChar char="●"/>
            </a:pPr>
            <a:r>
              <a:rPr lang="en" sz="1800"/>
              <a:t>Elastic-net logistic regression (interpretable + regularized)</a:t>
            </a:r>
            <a:endParaRPr sz="1800"/>
          </a:p>
          <a:p>
            <a:pPr marL="457200" lvl="0" indent="-342900" algn="l" rtl="0">
              <a:spcBef>
                <a:spcPts val="0"/>
              </a:spcBef>
              <a:spcAft>
                <a:spcPts val="0"/>
              </a:spcAft>
              <a:buSzPts val="1800"/>
              <a:buChar char="●"/>
            </a:pPr>
            <a:r>
              <a:rPr lang="en" sz="1800"/>
              <a:t>Walk-forward validation (time-ordered; avoids leakage)</a:t>
            </a:r>
            <a:endParaRPr sz="1800"/>
          </a:p>
          <a:p>
            <a:pPr marL="457200" lvl="0" indent="-342900" algn="l" rtl="0">
              <a:spcBef>
                <a:spcPts val="0"/>
              </a:spcBef>
              <a:spcAft>
                <a:spcPts val="0"/>
              </a:spcAft>
              <a:buSzPts val="1800"/>
              <a:buChar char="●"/>
            </a:pPr>
            <a:r>
              <a:rPr lang="en" sz="1800"/>
              <a:t>Metrics: Accuracy (hit rate) + AUC (ranking quality) </a:t>
            </a: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p:txBody>
      </p:sp>
      <p:sp>
        <p:nvSpPr>
          <p:cNvPr id="543" name="Google Shape;543;p58"/>
          <p:cNvSpPr txBox="1"/>
          <p:nvPr/>
        </p:nvSpPr>
        <p:spPr>
          <a:xfrm>
            <a:off x="137400" y="139000"/>
            <a:ext cx="42135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lt1"/>
                </a:solidFill>
                <a:latin typeface="Urbanist"/>
                <a:ea typeface="Urbanist"/>
                <a:cs typeface="Urbanist"/>
                <a:sym typeface="Urbanist"/>
              </a:rPr>
              <a:t>Modeling &amp; validation approach</a:t>
            </a:r>
            <a:endParaRPr sz="1800" b="1">
              <a:solidFill>
                <a:schemeClr val="lt1"/>
              </a:solidFill>
              <a:latin typeface="Urbanist"/>
              <a:ea typeface="Urbanist"/>
              <a:cs typeface="Urbanist"/>
              <a:sym typeface="Urbanist"/>
            </a:endParaRPr>
          </a:p>
        </p:txBody>
      </p:sp>
      <p:sp>
        <p:nvSpPr>
          <p:cNvPr id="544" name="Google Shape;544;p58"/>
          <p:cNvSpPr/>
          <p:nvPr/>
        </p:nvSpPr>
        <p:spPr>
          <a:xfrm>
            <a:off x="157200" y="4646650"/>
            <a:ext cx="8829600" cy="359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545" name="Google Shape;545;p58"/>
          <p:cNvSpPr txBox="1"/>
          <p:nvPr/>
        </p:nvSpPr>
        <p:spPr>
          <a:xfrm>
            <a:off x="7760750" y="3876875"/>
            <a:ext cx="1112700" cy="25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Urbanist"/>
                <a:ea typeface="Urbanist"/>
                <a:cs typeface="Urbanist"/>
                <a:sym typeface="Urbanist"/>
              </a:rPr>
              <a:t>Puerto Rico</a:t>
            </a:r>
            <a:endParaRPr sz="1000">
              <a:solidFill>
                <a:schemeClr val="dk1"/>
              </a:solidFill>
              <a:latin typeface="Urbanist"/>
              <a:ea typeface="Urbanist"/>
              <a:cs typeface="Urbanist"/>
              <a:sym typeface="Urbanist"/>
            </a:endParaRPr>
          </a:p>
        </p:txBody>
      </p:sp>
      <p:pic>
        <p:nvPicPr>
          <p:cNvPr id="546" name="Google Shape;546;p58"/>
          <p:cNvPicPr preferRelativeResize="0"/>
          <p:nvPr/>
        </p:nvPicPr>
        <p:blipFill>
          <a:blip r:embed="rId3">
            <a:alphaModFix/>
          </a:blip>
          <a:stretch>
            <a:fillRect/>
          </a:stretch>
        </p:blipFill>
        <p:spPr>
          <a:xfrm>
            <a:off x="4088625" y="229888"/>
            <a:ext cx="3801438" cy="46837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550"/>
        <p:cNvGrpSpPr/>
        <p:nvPr/>
      </p:nvGrpSpPr>
      <p:grpSpPr>
        <a:xfrm>
          <a:off x="0" y="0"/>
          <a:ext cx="0" cy="0"/>
          <a:chOff x="0" y="0"/>
          <a:chExt cx="0" cy="0"/>
        </a:xfrm>
      </p:grpSpPr>
      <p:sp>
        <p:nvSpPr>
          <p:cNvPr id="551" name="Google Shape;551;p59"/>
          <p:cNvSpPr txBox="1">
            <a:spLocks noGrp="1"/>
          </p:cNvSpPr>
          <p:nvPr>
            <p:ph type="title"/>
          </p:nvPr>
        </p:nvSpPr>
        <p:spPr>
          <a:xfrm>
            <a:off x="137400" y="1007850"/>
            <a:ext cx="3233100" cy="3153900"/>
          </a:xfrm>
          <a:prstGeom prst="rect">
            <a:avLst/>
          </a:prstGeom>
        </p:spPr>
        <p:txBody>
          <a:bodyPr spcFirstLastPara="1" wrap="square" lIns="0" tIns="0" rIns="91425" bIns="91425" anchor="t" anchorCtr="0">
            <a:spAutoFit/>
          </a:bodyPr>
          <a:lstStyle/>
          <a:p>
            <a:pPr marL="457200" lvl="0" indent="-342900" algn="l" rtl="0">
              <a:spcBef>
                <a:spcPts val="0"/>
              </a:spcBef>
              <a:spcAft>
                <a:spcPts val="0"/>
              </a:spcAft>
              <a:buSzPts val="1800"/>
              <a:buChar char="●"/>
            </a:pPr>
            <a:r>
              <a:rPr lang="en" sz="1800"/>
              <a:t>Baselines:</a:t>
            </a:r>
            <a:endParaRPr sz="1800"/>
          </a:p>
          <a:p>
            <a:pPr marL="914400" lvl="1" indent="-342900" algn="l" rtl="0">
              <a:spcBef>
                <a:spcPts val="0"/>
              </a:spcBef>
              <a:spcAft>
                <a:spcPts val="0"/>
              </a:spcAft>
              <a:buSzPts val="1800"/>
              <a:buChar char="○"/>
            </a:pPr>
            <a:r>
              <a:rPr lang="en" sz="1800"/>
              <a:t>Always-up ≈ 0.59 accuracy</a:t>
            </a:r>
            <a:endParaRPr sz="1800"/>
          </a:p>
          <a:p>
            <a:pPr marL="914400" lvl="1" indent="-342900" algn="l" rtl="0">
              <a:spcBef>
                <a:spcPts val="0"/>
              </a:spcBef>
              <a:spcAft>
                <a:spcPts val="0"/>
              </a:spcAft>
              <a:buSzPts val="1800"/>
              <a:buChar char="○"/>
            </a:pPr>
            <a:r>
              <a:rPr lang="en" sz="1800"/>
              <a:t>Yesterday-sign ≈ 0.51 accuracy</a:t>
            </a:r>
            <a:endParaRPr sz="1800"/>
          </a:p>
          <a:p>
            <a:pPr marL="457200" lvl="0" indent="-342900" algn="l" rtl="0">
              <a:spcBef>
                <a:spcPts val="0"/>
              </a:spcBef>
              <a:spcAft>
                <a:spcPts val="0"/>
              </a:spcAft>
              <a:buSzPts val="1800"/>
              <a:buChar char="●"/>
            </a:pPr>
            <a:r>
              <a:rPr lang="en" sz="1800"/>
              <a:t>Topics-only: ~baseline accuracy, weak AUC</a:t>
            </a:r>
            <a:endParaRPr sz="1800"/>
          </a:p>
          <a:p>
            <a:pPr marL="457200" lvl="0" indent="-342900" algn="l" rtl="0">
              <a:spcBef>
                <a:spcPts val="0"/>
              </a:spcBef>
              <a:spcAft>
                <a:spcPts val="0"/>
              </a:spcAft>
              <a:buSzPts val="1800"/>
              <a:buChar char="●"/>
            </a:pPr>
            <a:r>
              <a:rPr lang="en" sz="1800"/>
              <a:t>Adding VIX: small accuracy lift + meaningful AUC lift</a:t>
            </a: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p:txBody>
      </p:sp>
      <p:sp>
        <p:nvSpPr>
          <p:cNvPr id="552" name="Google Shape;552;p59"/>
          <p:cNvSpPr txBox="1"/>
          <p:nvPr/>
        </p:nvSpPr>
        <p:spPr>
          <a:xfrm>
            <a:off x="137400" y="139000"/>
            <a:ext cx="5504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lt1"/>
                </a:solidFill>
                <a:latin typeface="Urbanist"/>
                <a:ea typeface="Urbanist"/>
                <a:cs typeface="Urbanist"/>
                <a:sym typeface="Urbanist"/>
              </a:rPr>
              <a:t>Results summary (the story)</a:t>
            </a:r>
            <a:endParaRPr sz="1800" b="1">
              <a:solidFill>
                <a:schemeClr val="lt1"/>
              </a:solidFill>
              <a:latin typeface="Urbanist"/>
              <a:ea typeface="Urbanist"/>
              <a:cs typeface="Urbanist"/>
              <a:sym typeface="Urbanist"/>
            </a:endParaRPr>
          </a:p>
        </p:txBody>
      </p:sp>
      <p:sp>
        <p:nvSpPr>
          <p:cNvPr id="553" name="Google Shape;553;p59"/>
          <p:cNvSpPr/>
          <p:nvPr/>
        </p:nvSpPr>
        <p:spPr>
          <a:xfrm>
            <a:off x="157200" y="4646650"/>
            <a:ext cx="8829600" cy="359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554" name="Google Shape;554;p59"/>
          <p:cNvSpPr txBox="1"/>
          <p:nvPr/>
        </p:nvSpPr>
        <p:spPr>
          <a:xfrm>
            <a:off x="7760750" y="3876875"/>
            <a:ext cx="1112700" cy="25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Urbanist"/>
                <a:ea typeface="Urbanist"/>
                <a:cs typeface="Urbanist"/>
                <a:sym typeface="Urbanist"/>
              </a:rPr>
              <a:t>Puerto Rico</a:t>
            </a:r>
            <a:endParaRPr sz="1000">
              <a:solidFill>
                <a:schemeClr val="dk1"/>
              </a:solidFill>
              <a:latin typeface="Urbanist"/>
              <a:ea typeface="Urbanist"/>
              <a:cs typeface="Urbanist"/>
              <a:sym typeface="Urbanist"/>
            </a:endParaRPr>
          </a:p>
        </p:txBody>
      </p:sp>
      <p:pic>
        <p:nvPicPr>
          <p:cNvPr id="555" name="Google Shape;555;p59"/>
          <p:cNvPicPr preferRelativeResize="0"/>
          <p:nvPr/>
        </p:nvPicPr>
        <p:blipFill>
          <a:blip r:embed="rId3">
            <a:alphaModFix/>
          </a:blip>
          <a:stretch>
            <a:fillRect/>
          </a:stretch>
        </p:blipFill>
        <p:spPr>
          <a:xfrm>
            <a:off x="4160413" y="115588"/>
            <a:ext cx="3657865" cy="49123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59"/>
        <p:cNvGrpSpPr/>
        <p:nvPr/>
      </p:nvGrpSpPr>
      <p:grpSpPr>
        <a:xfrm>
          <a:off x="0" y="0"/>
          <a:ext cx="0" cy="0"/>
          <a:chOff x="0" y="0"/>
          <a:chExt cx="0" cy="0"/>
        </a:xfrm>
      </p:grpSpPr>
      <p:sp>
        <p:nvSpPr>
          <p:cNvPr id="560" name="Google Shape;560;p60"/>
          <p:cNvSpPr txBox="1">
            <a:spLocks noGrp="1"/>
          </p:cNvSpPr>
          <p:nvPr>
            <p:ph type="title"/>
          </p:nvPr>
        </p:nvSpPr>
        <p:spPr>
          <a:xfrm>
            <a:off x="137400" y="1007850"/>
            <a:ext cx="3233100" cy="1976400"/>
          </a:xfrm>
          <a:prstGeom prst="rect">
            <a:avLst/>
          </a:prstGeom>
        </p:spPr>
        <p:txBody>
          <a:bodyPr spcFirstLastPara="1" wrap="square" lIns="0" tIns="0" rIns="91425" bIns="91425" anchor="t" anchorCtr="0">
            <a:spAutoFit/>
          </a:bodyPr>
          <a:lstStyle/>
          <a:p>
            <a:pPr marL="457200" lvl="0" indent="-342900" algn="l" rtl="0">
              <a:spcBef>
                <a:spcPts val="0"/>
              </a:spcBef>
              <a:spcAft>
                <a:spcPts val="0"/>
              </a:spcAft>
              <a:buSzPts val="1800"/>
              <a:buChar char="●"/>
            </a:pPr>
            <a:r>
              <a:rPr lang="en" sz="1800"/>
              <a:t>VIX-related features have large coefficients → volatility regime matters</a:t>
            </a:r>
            <a:endParaRPr sz="1800"/>
          </a:p>
          <a:p>
            <a:pPr marL="457200" lvl="0" indent="-342900" algn="l" rtl="0">
              <a:spcBef>
                <a:spcPts val="0"/>
              </a:spcBef>
              <a:spcAft>
                <a:spcPts val="0"/>
              </a:spcAft>
              <a:buSzPts val="1800"/>
              <a:buChar char="●"/>
            </a:pPr>
            <a:r>
              <a:rPr lang="en" sz="1800"/>
              <a:t>Topic signals look weaker / unstable in this sample</a:t>
            </a: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a:p>
            <a:pPr marL="0" lvl="0" indent="0" algn="l" rtl="0">
              <a:spcBef>
                <a:spcPts val="0"/>
              </a:spcBef>
              <a:spcAft>
                <a:spcPts val="0"/>
              </a:spcAft>
              <a:buNone/>
            </a:pPr>
            <a:endParaRPr sz="1800"/>
          </a:p>
        </p:txBody>
      </p:sp>
      <p:sp>
        <p:nvSpPr>
          <p:cNvPr id="561" name="Google Shape;561;p60"/>
          <p:cNvSpPr txBox="1"/>
          <p:nvPr/>
        </p:nvSpPr>
        <p:spPr>
          <a:xfrm>
            <a:off x="137400" y="139000"/>
            <a:ext cx="5504100" cy="4617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lt1"/>
                </a:solidFill>
                <a:latin typeface="Urbanist"/>
                <a:ea typeface="Urbanist"/>
                <a:cs typeface="Urbanist"/>
                <a:sym typeface="Urbanist"/>
              </a:rPr>
              <a:t>Interpretation (what the model “listens to”)</a:t>
            </a:r>
            <a:endParaRPr sz="1800" b="1">
              <a:solidFill>
                <a:schemeClr val="lt1"/>
              </a:solidFill>
              <a:latin typeface="Urbanist"/>
              <a:ea typeface="Urbanist"/>
              <a:cs typeface="Urbanist"/>
              <a:sym typeface="Urbanist"/>
            </a:endParaRPr>
          </a:p>
        </p:txBody>
      </p:sp>
      <p:sp>
        <p:nvSpPr>
          <p:cNvPr id="562" name="Google Shape;562;p60"/>
          <p:cNvSpPr/>
          <p:nvPr/>
        </p:nvSpPr>
        <p:spPr>
          <a:xfrm>
            <a:off x="157200" y="4646650"/>
            <a:ext cx="8829600" cy="359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563" name="Google Shape;563;p60"/>
          <p:cNvSpPr txBox="1"/>
          <p:nvPr/>
        </p:nvSpPr>
        <p:spPr>
          <a:xfrm>
            <a:off x="7760750" y="3876875"/>
            <a:ext cx="1112700" cy="258900"/>
          </a:xfrm>
          <a:prstGeom prst="rect">
            <a:avLst/>
          </a:prstGeom>
          <a:noFill/>
          <a:ln>
            <a:noFill/>
          </a:ln>
        </p:spPr>
        <p:txBody>
          <a:bodyPr spcFirstLastPara="1" wrap="square" lIns="91425" tIns="91425" rIns="91425" bIns="91425" anchor="t" anchorCtr="0">
            <a:noAutofit/>
          </a:bodyPr>
          <a:lstStyle/>
          <a:p>
            <a:pPr marL="0" lvl="0" indent="0" algn="l" rtl="0">
              <a:spcBef>
                <a:spcPts val="0"/>
              </a:spcBef>
              <a:spcAft>
                <a:spcPts val="0"/>
              </a:spcAft>
              <a:buNone/>
            </a:pPr>
            <a:r>
              <a:rPr lang="en" sz="1000">
                <a:solidFill>
                  <a:schemeClr val="dk1"/>
                </a:solidFill>
                <a:latin typeface="Urbanist"/>
                <a:ea typeface="Urbanist"/>
                <a:cs typeface="Urbanist"/>
                <a:sym typeface="Urbanist"/>
              </a:rPr>
              <a:t>Puerto Rico</a:t>
            </a:r>
            <a:endParaRPr sz="1000">
              <a:solidFill>
                <a:schemeClr val="dk1"/>
              </a:solidFill>
              <a:latin typeface="Urbanist"/>
              <a:ea typeface="Urbanist"/>
              <a:cs typeface="Urbanist"/>
              <a:sym typeface="Urbanist"/>
            </a:endParaRPr>
          </a:p>
        </p:txBody>
      </p:sp>
      <p:pic>
        <p:nvPicPr>
          <p:cNvPr id="564" name="Google Shape;564;p60"/>
          <p:cNvPicPr preferRelativeResize="0"/>
          <p:nvPr/>
        </p:nvPicPr>
        <p:blipFill>
          <a:blip r:embed="rId3">
            <a:alphaModFix/>
          </a:blip>
          <a:stretch>
            <a:fillRect/>
          </a:stretch>
        </p:blipFill>
        <p:spPr>
          <a:xfrm>
            <a:off x="3691823" y="1007850"/>
            <a:ext cx="5294976" cy="36751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61"/>
          <p:cNvSpPr/>
          <p:nvPr/>
        </p:nvSpPr>
        <p:spPr>
          <a:xfrm>
            <a:off x="6080700" y="228600"/>
            <a:ext cx="2835000" cy="2062800"/>
          </a:xfrm>
          <a:prstGeom prst="roundRect">
            <a:avLst>
              <a:gd name="adj" fmla="val 11857"/>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u="sng">
              <a:solidFill>
                <a:schemeClr val="dk1"/>
              </a:solidFill>
              <a:latin typeface="Urbanist"/>
              <a:ea typeface="Urbanist"/>
              <a:cs typeface="Urbanist"/>
              <a:sym typeface="Urbanist"/>
            </a:endParaRPr>
          </a:p>
        </p:txBody>
      </p:sp>
      <p:sp>
        <p:nvSpPr>
          <p:cNvPr id="570" name="Google Shape;570;p61"/>
          <p:cNvSpPr/>
          <p:nvPr/>
        </p:nvSpPr>
        <p:spPr>
          <a:xfrm flipH="1">
            <a:off x="7892675" y="457200"/>
            <a:ext cx="900000" cy="3615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None/>
            </a:pPr>
            <a:endParaRPr sz="1000" b="1">
              <a:solidFill>
                <a:schemeClr val="dk1"/>
              </a:solidFill>
              <a:latin typeface="Urbanist"/>
              <a:ea typeface="Urbanist"/>
              <a:cs typeface="Urbanist"/>
              <a:sym typeface="Urbanist"/>
            </a:endParaRPr>
          </a:p>
        </p:txBody>
      </p:sp>
      <p:sp>
        <p:nvSpPr>
          <p:cNvPr id="571" name="Google Shape;571;p61"/>
          <p:cNvSpPr/>
          <p:nvPr/>
        </p:nvSpPr>
        <p:spPr>
          <a:xfrm>
            <a:off x="3154500" y="228600"/>
            <a:ext cx="2835000" cy="2062800"/>
          </a:xfrm>
          <a:prstGeom prst="roundRect">
            <a:avLst>
              <a:gd name="adj" fmla="val 12302"/>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72" name="Google Shape;572;p61"/>
          <p:cNvSpPr/>
          <p:nvPr/>
        </p:nvSpPr>
        <p:spPr>
          <a:xfrm flipH="1">
            <a:off x="4966475" y="457200"/>
            <a:ext cx="900000" cy="3615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None/>
            </a:pPr>
            <a:r>
              <a:rPr lang="en" sz="1000" b="1">
                <a:solidFill>
                  <a:schemeClr val="dk1"/>
                </a:solidFill>
                <a:latin typeface="Urbanist"/>
                <a:ea typeface="Urbanist"/>
                <a:cs typeface="Urbanist"/>
                <a:sym typeface="Urbanist"/>
              </a:rPr>
              <a:t>1</a:t>
            </a:r>
            <a:endParaRPr sz="1000" b="1">
              <a:solidFill>
                <a:schemeClr val="dk1"/>
              </a:solidFill>
              <a:latin typeface="Urbanist"/>
              <a:ea typeface="Urbanist"/>
              <a:cs typeface="Urbanist"/>
              <a:sym typeface="Urbanist"/>
            </a:endParaRPr>
          </a:p>
        </p:txBody>
      </p:sp>
      <p:sp>
        <p:nvSpPr>
          <p:cNvPr id="573" name="Google Shape;573;p61"/>
          <p:cNvSpPr/>
          <p:nvPr/>
        </p:nvSpPr>
        <p:spPr>
          <a:xfrm>
            <a:off x="3154500" y="2389841"/>
            <a:ext cx="2835000" cy="2062800"/>
          </a:xfrm>
          <a:prstGeom prst="roundRect">
            <a:avLst>
              <a:gd name="adj" fmla="val 10875"/>
            </a:avLst>
          </a:prstGeom>
          <a:solidFill>
            <a:schemeClr val="lt2"/>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dk1"/>
              </a:solidFill>
              <a:latin typeface="Urbanist"/>
              <a:ea typeface="Urbanist"/>
              <a:cs typeface="Urbanist"/>
              <a:sym typeface="Urbanist"/>
            </a:endParaRPr>
          </a:p>
        </p:txBody>
      </p:sp>
      <p:sp>
        <p:nvSpPr>
          <p:cNvPr id="574" name="Google Shape;574;p61"/>
          <p:cNvSpPr/>
          <p:nvPr/>
        </p:nvSpPr>
        <p:spPr>
          <a:xfrm flipH="1">
            <a:off x="4966475" y="2621861"/>
            <a:ext cx="900000" cy="3615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None/>
            </a:pPr>
            <a:endParaRPr sz="1000" b="1">
              <a:solidFill>
                <a:schemeClr val="dk1"/>
              </a:solidFill>
              <a:latin typeface="Urbanist"/>
              <a:ea typeface="Urbanist"/>
              <a:cs typeface="Urbanist"/>
              <a:sym typeface="Urbanist"/>
            </a:endParaRPr>
          </a:p>
        </p:txBody>
      </p:sp>
      <p:sp>
        <p:nvSpPr>
          <p:cNvPr id="575" name="Google Shape;575;p61"/>
          <p:cNvSpPr/>
          <p:nvPr/>
        </p:nvSpPr>
        <p:spPr>
          <a:xfrm flipH="1">
            <a:off x="7892675" y="457200"/>
            <a:ext cx="900000" cy="3615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b="1">
                <a:solidFill>
                  <a:schemeClr val="dk1"/>
                </a:solidFill>
                <a:latin typeface="Urbanist"/>
                <a:ea typeface="Urbanist"/>
                <a:cs typeface="Urbanist"/>
                <a:sym typeface="Urbanist"/>
              </a:rPr>
              <a:t>2</a:t>
            </a:r>
            <a:endParaRPr sz="1000" b="1">
              <a:solidFill>
                <a:schemeClr val="dk1"/>
              </a:solidFill>
              <a:latin typeface="Urbanist"/>
              <a:ea typeface="Urbanist"/>
              <a:cs typeface="Urbanist"/>
              <a:sym typeface="Urbanist"/>
            </a:endParaRPr>
          </a:p>
        </p:txBody>
      </p:sp>
      <p:sp>
        <p:nvSpPr>
          <p:cNvPr id="576" name="Google Shape;576;p61"/>
          <p:cNvSpPr/>
          <p:nvPr/>
        </p:nvSpPr>
        <p:spPr>
          <a:xfrm flipH="1">
            <a:off x="4966475" y="2621861"/>
            <a:ext cx="900000" cy="361500"/>
          </a:xfrm>
          <a:prstGeom prst="roundRect">
            <a:avLst>
              <a:gd name="adj" fmla="val 50000"/>
            </a:avLst>
          </a:prstGeom>
          <a:solidFill>
            <a:schemeClr val="accent3"/>
          </a:solidFill>
          <a:ln>
            <a:noFill/>
          </a:ln>
        </p:spPr>
        <p:txBody>
          <a:bodyPr spcFirstLastPara="1" wrap="square" lIns="91425" tIns="91425" rIns="91425" bIns="91425" anchor="ctr" anchorCtr="0">
            <a:noAutofit/>
          </a:bodyPr>
          <a:lstStyle/>
          <a:p>
            <a:pPr marL="0" lvl="0" indent="0" algn="ctr" rtl="0">
              <a:spcBef>
                <a:spcPts val="0"/>
              </a:spcBef>
              <a:spcAft>
                <a:spcPts val="0"/>
              </a:spcAft>
              <a:buClr>
                <a:schemeClr val="dk1"/>
              </a:buClr>
              <a:buSzPts val="1100"/>
              <a:buFont typeface="Arial"/>
              <a:buNone/>
            </a:pPr>
            <a:r>
              <a:rPr lang="en" sz="1000" b="1">
                <a:solidFill>
                  <a:schemeClr val="dk1"/>
                </a:solidFill>
                <a:latin typeface="Urbanist"/>
                <a:ea typeface="Urbanist"/>
                <a:cs typeface="Urbanist"/>
                <a:sym typeface="Urbanist"/>
              </a:rPr>
              <a:t>3</a:t>
            </a:r>
            <a:endParaRPr sz="1000" b="1">
              <a:solidFill>
                <a:schemeClr val="dk1"/>
              </a:solidFill>
              <a:latin typeface="Urbanist"/>
              <a:ea typeface="Urbanist"/>
              <a:cs typeface="Urbanist"/>
              <a:sym typeface="Urbanist"/>
            </a:endParaRPr>
          </a:p>
        </p:txBody>
      </p:sp>
      <p:sp>
        <p:nvSpPr>
          <p:cNvPr id="577" name="Google Shape;577;p61"/>
          <p:cNvSpPr txBox="1">
            <a:spLocks noGrp="1"/>
          </p:cNvSpPr>
          <p:nvPr>
            <p:ph type="title"/>
          </p:nvPr>
        </p:nvSpPr>
        <p:spPr>
          <a:xfrm>
            <a:off x="233850" y="228600"/>
            <a:ext cx="2190000" cy="228600"/>
          </a:xfrm>
          <a:prstGeom prst="rect">
            <a:avLst/>
          </a:prstGeom>
        </p:spPr>
        <p:txBody>
          <a:bodyPr spcFirstLastPara="1" wrap="square" lIns="0" tIns="0" rIns="0" bIns="0" anchor="t" anchorCtr="0">
            <a:noAutofit/>
          </a:bodyPr>
          <a:lstStyle/>
          <a:p>
            <a:pPr marL="0" lvl="0" indent="0" algn="l" rtl="0">
              <a:spcBef>
                <a:spcPts val="0"/>
              </a:spcBef>
              <a:spcAft>
                <a:spcPts val="0"/>
              </a:spcAft>
              <a:buClr>
                <a:schemeClr val="dk1"/>
              </a:buClr>
              <a:buSzPts val="1100"/>
              <a:buFont typeface="Arial"/>
              <a:buNone/>
            </a:pPr>
            <a:r>
              <a:rPr lang="en" sz="1800" b="1"/>
              <a:t>Limitations + ethical considerations</a:t>
            </a:r>
            <a:endParaRPr sz="1800" b="1"/>
          </a:p>
          <a:p>
            <a:pPr marL="0" lvl="0" indent="0" algn="l" rtl="0">
              <a:spcBef>
                <a:spcPts val="0"/>
              </a:spcBef>
              <a:spcAft>
                <a:spcPts val="0"/>
              </a:spcAft>
              <a:buClr>
                <a:schemeClr val="dk1"/>
              </a:buClr>
              <a:buSzPts val="1100"/>
              <a:buFont typeface="Arial"/>
              <a:buNone/>
            </a:pPr>
            <a:endParaRPr>
              <a:latin typeface="Urbanist Medium"/>
              <a:ea typeface="Urbanist Medium"/>
              <a:cs typeface="Urbanist Medium"/>
              <a:sym typeface="Urbanist Medium"/>
            </a:endParaRPr>
          </a:p>
          <a:p>
            <a:pPr marL="0" lvl="0" indent="0" algn="l" rtl="0">
              <a:spcBef>
                <a:spcPts val="0"/>
              </a:spcBef>
              <a:spcAft>
                <a:spcPts val="0"/>
              </a:spcAft>
              <a:buNone/>
            </a:pPr>
            <a:endParaRPr>
              <a:latin typeface="Urbanist Medium"/>
              <a:ea typeface="Urbanist Medium"/>
              <a:cs typeface="Urbanist Medium"/>
              <a:sym typeface="Urbanist Medium"/>
            </a:endParaRPr>
          </a:p>
        </p:txBody>
      </p:sp>
      <p:sp>
        <p:nvSpPr>
          <p:cNvPr id="578" name="Google Shape;578;p61"/>
          <p:cNvSpPr txBox="1">
            <a:spLocks noGrp="1"/>
          </p:cNvSpPr>
          <p:nvPr>
            <p:ph type="subTitle" idx="1"/>
          </p:nvPr>
        </p:nvSpPr>
        <p:spPr>
          <a:xfrm>
            <a:off x="322200" y="4675975"/>
            <a:ext cx="2700000" cy="2364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None/>
            </a:pPr>
            <a:r>
              <a:rPr lang="en"/>
              <a:t>Company Name</a:t>
            </a:r>
            <a:endParaRPr/>
          </a:p>
        </p:txBody>
      </p:sp>
      <p:sp>
        <p:nvSpPr>
          <p:cNvPr id="579" name="Google Shape;579;p61"/>
          <p:cNvSpPr txBox="1">
            <a:spLocks noGrp="1"/>
          </p:cNvSpPr>
          <p:nvPr>
            <p:ph type="subTitle" idx="2"/>
          </p:nvPr>
        </p:nvSpPr>
        <p:spPr>
          <a:xfrm>
            <a:off x="4733440" y="4675975"/>
            <a:ext cx="2294700" cy="236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Quarter Month</a:t>
            </a:r>
            <a:endParaRPr/>
          </a:p>
        </p:txBody>
      </p:sp>
      <p:sp>
        <p:nvSpPr>
          <p:cNvPr id="580" name="Google Shape;580;p61"/>
          <p:cNvSpPr txBox="1">
            <a:spLocks noGrp="1"/>
          </p:cNvSpPr>
          <p:nvPr>
            <p:ph type="subTitle" idx="3"/>
          </p:nvPr>
        </p:nvSpPr>
        <p:spPr>
          <a:xfrm>
            <a:off x="6859200" y="4683725"/>
            <a:ext cx="2056500" cy="228600"/>
          </a:xfrm>
          <a:prstGeom prst="rect">
            <a:avLst/>
          </a:prstGeom>
        </p:spPr>
        <p:txBody>
          <a:bodyPr spcFirstLastPara="1" wrap="square" lIns="0" tIns="0" rIns="0" bIns="0" anchor="b" anchorCtr="0">
            <a:noAutofit/>
          </a:bodyPr>
          <a:lstStyle/>
          <a:p>
            <a:pPr marL="0" lvl="0" indent="0" algn="r" rtl="0">
              <a:spcBef>
                <a:spcPts val="0"/>
              </a:spcBef>
              <a:spcAft>
                <a:spcPts val="0"/>
              </a:spcAft>
              <a:buClr>
                <a:schemeClr val="dk1"/>
              </a:buClr>
              <a:buSzPts val="1100"/>
              <a:buFont typeface="Arial"/>
              <a:buNone/>
            </a:pPr>
            <a:r>
              <a:rPr lang="en"/>
              <a:t>Year</a:t>
            </a:r>
            <a:endParaRPr/>
          </a:p>
        </p:txBody>
      </p:sp>
      <p:sp>
        <p:nvSpPr>
          <p:cNvPr id="581" name="Google Shape;581;p61"/>
          <p:cNvSpPr txBox="1">
            <a:spLocks noGrp="1"/>
          </p:cNvSpPr>
          <p:nvPr>
            <p:ph type="title" idx="4"/>
          </p:nvPr>
        </p:nvSpPr>
        <p:spPr>
          <a:xfrm>
            <a:off x="3379125" y="491100"/>
            <a:ext cx="1461300" cy="293100"/>
          </a:xfrm>
          <a:prstGeom prst="rect">
            <a:avLst/>
          </a:prstGeom>
        </p:spPr>
        <p:txBody>
          <a:bodyPr spcFirstLastPara="1" wrap="square" lIns="0" tIns="0" rIns="91425" bIns="91425" anchor="b" anchorCtr="0">
            <a:noAutofit/>
          </a:bodyPr>
          <a:lstStyle/>
          <a:p>
            <a:pPr marL="0" lvl="0" indent="0" algn="l" rtl="0">
              <a:lnSpc>
                <a:spcPct val="85000"/>
              </a:lnSpc>
              <a:spcBef>
                <a:spcPts val="0"/>
              </a:spcBef>
              <a:spcAft>
                <a:spcPts val="0"/>
              </a:spcAft>
              <a:buNone/>
            </a:pPr>
            <a:r>
              <a:rPr lang="en"/>
              <a:t>Data Limit</a:t>
            </a:r>
            <a:endParaRPr/>
          </a:p>
        </p:txBody>
      </p:sp>
      <p:sp>
        <p:nvSpPr>
          <p:cNvPr id="582" name="Google Shape;582;p61"/>
          <p:cNvSpPr txBox="1">
            <a:spLocks noGrp="1"/>
          </p:cNvSpPr>
          <p:nvPr>
            <p:ph type="subTitle" idx="6"/>
          </p:nvPr>
        </p:nvSpPr>
        <p:spPr>
          <a:xfrm>
            <a:off x="3379123" y="1072077"/>
            <a:ext cx="2444700" cy="818100"/>
          </a:xfrm>
          <a:prstGeom prst="rect">
            <a:avLst/>
          </a:prstGeom>
        </p:spPr>
        <p:txBody>
          <a:bodyPr spcFirstLastPara="1" wrap="square" lIns="0" tIns="0"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400">
                <a:solidFill>
                  <a:schemeClr val="lt1"/>
                </a:solidFill>
                <a:latin typeface="Urbanist"/>
                <a:ea typeface="Urbanist"/>
                <a:cs typeface="Urbanist"/>
                <a:sym typeface="Urbanist"/>
              </a:rPr>
              <a:t>Limited sample (&lt;500 trading days), topic imbalance, market liquidity/noise</a:t>
            </a:r>
            <a:endParaRPr sz="1400">
              <a:solidFill>
                <a:schemeClr val="lt1"/>
              </a:solidFill>
              <a:latin typeface="Urbanist"/>
              <a:ea typeface="Urbanist"/>
              <a:cs typeface="Urbanist"/>
              <a:sym typeface="Urbanist"/>
            </a:endParaRPr>
          </a:p>
          <a:p>
            <a:pPr marL="0" lvl="0" indent="0" algn="l" rtl="0">
              <a:spcBef>
                <a:spcPts val="0"/>
              </a:spcBef>
              <a:spcAft>
                <a:spcPts val="0"/>
              </a:spcAft>
              <a:buNone/>
            </a:pPr>
            <a:endParaRPr>
              <a:solidFill>
                <a:schemeClr val="lt1"/>
              </a:solidFill>
              <a:latin typeface="Urbanist"/>
              <a:ea typeface="Urbanist"/>
              <a:cs typeface="Urbanist"/>
              <a:sym typeface="Urbanist"/>
            </a:endParaRPr>
          </a:p>
        </p:txBody>
      </p:sp>
      <p:sp>
        <p:nvSpPr>
          <p:cNvPr id="583" name="Google Shape;583;p61"/>
          <p:cNvSpPr txBox="1">
            <a:spLocks noGrp="1"/>
          </p:cNvSpPr>
          <p:nvPr>
            <p:ph type="title" idx="7"/>
          </p:nvPr>
        </p:nvSpPr>
        <p:spPr>
          <a:xfrm>
            <a:off x="6318039" y="491400"/>
            <a:ext cx="1461300" cy="293100"/>
          </a:xfrm>
          <a:prstGeom prst="rect">
            <a:avLst/>
          </a:prstGeom>
        </p:spPr>
        <p:txBody>
          <a:bodyPr spcFirstLastPara="1" wrap="square" lIns="0" tIns="0" rIns="91425" bIns="91425" anchor="b" anchorCtr="0">
            <a:noAutofit/>
          </a:bodyPr>
          <a:lstStyle/>
          <a:p>
            <a:pPr marL="0" lvl="0" indent="0" algn="l" rtl="0">
              <a:lnSpc>
                <a:spcPct val="85000"/>
              </a:lnSpc>
              <a:spcBef>
                <a:spcPts val="0"/>
              </a:spcBef>
              <a:spcAft>
                <a:spcPts val="0"/>
              </a:spcAft>
              <a:buNone/>
            </a:pPr>
            <a:r>
              <a:rPr lang="en">
                <a:latin typeface="Urbanist Medium"/>
                <a:ea typeface="Urbanist Medium"/>
                <a:cs typeface="Urbanist Medium"/>
                <a:sym typeface="Urbanist Medium"/>
              </a:rPr>
              <a:t>Usability</a:t>
            </a:r>
            <a:endParaRPr>
              <a:latin typeface="Urbanist Medium"/>
              <a:ea typeface="Urbanist Medium"/>
              <a:cs typeface="Urbanist Medium"/>
              <a:sym typeface="Urbanist Medium"/>
            </a:endParaRPr>
          </a:p>
        </p:txBody>
      </p:sp>
      <p:sp>
        <p:nvSpPr>
          <p:cNvPr id="584" name="Google Shape;584;p61"/>
          <p:cNvSpPr txBox="1">
            <a:spLocks noGrp="1"/>
          </p:cNvSpPr>
          <p:nvPr>
            <p:ph type="subTitle" idx="9"/>
          </p:nvPr>
        </p:nvSpPr>
        <p:spPr>
          <a:xfrm>
            <a:off x="6318036" y="1072077"/>
            <a:ext cx="2444700" cy="818100"/>
          </a:xfrm>
          <a:prstGeom prst="rect">
            <a:avLst/>
          </a:prstGeom>
        </p:spPr>
        <p:txBody>
          <a:bodyPr spcFirstLastPara="1" wrap="square" lIns="0" tIns="0"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400">
                <a:solidFill>
                  <a:schemeClr val="lt1"/>
                </a:solidFill>
                <a:latin typeface="Urbanist"/>
                <a:ea typeface="Urbanist"/>
                <a:cs typeface="Urbanist"/>
                <a:sym typeface="Urbanist"/>
              </a:rPr>
              <a:t>Regime dependence; avoid overclaiming predictability</a:t>
            </a:r>
            <a:endParaRPr sz="1400">
              <a:solidFill>
                <a:schemeClr val="lt1"/>
              </a:solidFill>
              <a:latin typeface="Urbanist"/>
              <a:ea typeface="Urbanist"/>
              <a:cs typeface="Urbanist"/>
              <a:sym typeface="Urbanist"/>
            </a:endParaRPr>
          </a:p>
          <a:p>
            <a:pPr marL="0" lvl="0" indent="0" algn="l" rtl="0">
              <a:spcBef>
                <a:spcPts val="0"/>
              </a:spcBef>
              <a:spcAft>
                <a:spcPts val="0"/>
              </a:spcAft>
              <a:buNone/>
            </a:pPr>
            <a:endParaRPr>
              <a:solidFill>
                <a:schemeClr val="lt1"/>
              </a:solidFill>
              <a:latin typeface="Urbanist"/>
              <a:ea typeface="Urbanist"/>
              <a:cs typeface="Urbanist"/>
              <a:sym typeface="Urbanist"/>
            </a:endParaRPr>
          </a:p>
        </p:txBody>
      </p:sp>
      <p:sp>
        <p:nvSpPr>
          <p:cNvPr id="585" name="Google Shape;585;p61"/>
          <p:cNvSpPr txBox="1">
            <a:spLocks noGrp="1"/>
          </p:cNvSpPr>
          <p:nvPr>
            <p:ph type="title" idx="16"/>
          </p:nvPr>
        </p:nvSpPr>
        <p:spPr>
          <a:xfrm>
            <a:off x="3379125" y="2617515"/>
            <a:ext cx="1461300" cy="293100"/>
          </a:xfrm>
          <a:prstGeom prst="rect">
            <a:avLst/>
          </a:prstGeom>
        </p:spPr>
        <p:txBody>
          <a:bodyPr spcFirstLastPara="1" wrap="square" lIns="0" tIns="0" rIns="91425" bIns="91425" anchor="b" anchorCtr="0">
            <a:noAutofit/>
          </a:bodyPr>
          <a:lstStyle/>
          <a:p>
            <a:pPr marL="0" lvl="0" indent="0" algn="l" rtl="0">
              <a:lnSpc>
                <a:spcPct val="85000"/>
              </a:lnSpc>
              <a:spcBef>
                <a:spcPts val="0"/>
              </a:spcBef>
              <a:spcAft>
                <a:spcPts val="0"/>
              </a:spcAft>
              <a:buNone/>
            </a:pPr>
            <a:r>
              <a:rPr lang="en">
                <a:latin typeface="Urbanist Medium"/>
                <a:ea typeface="Urbanist Medium"/>
                <a:cs typeface="Urbanist Medium"/>
                <a:sym typeface="Urbanist Medium"/>
              </a:rPr>
              <a:t>Ethical use</a:t>
            </a:r>
            <a:endParaRPr>
              <a:latin typeface="Urbanist Medium"/>
              <a:ea typeface="Urbanist Medium"/>
              <a:cs typeface="Urbanist Medium"/>
              <a:sym typeface="Urbanist Medium"/>
            </a:endParaRPr>
          </a:p>
        </p:txBody>
      </p:sp>
      <p:sp>
        <p:nvSpPr>
          <p:cNvPr id="586" name="Google Shape;586;p61"/>
          <p:cNvSpPr txBox="1">
            <a:spLocks noGrp="1"/>
          </p:cNvSpPr>
          <p:nvPr>
            <p:ph type="subTitle" idx="18"/>
          </p:nvPr>
        </p:nvSpPr>
        <p:spPr>
          <a:xfrm>
            <a:off x="3379123" y="3236717"/>
            <a:ext cx="2444700" cy="818100"/>
          </a:xfrm>
          <a:prstGeom prst="rect">
            <a:avLst/>
          </a:prstGeom>
        </p:spPr>
        <p:txBody>
          <a:bodyPr spcFirstLastPara="1" wrap="square" lIns="0" tIns="0" rIns="91425" bIns="91425" anchor="t" anchorCtr="0">
            <a:noAutofit/>
          </a:bodyPr>
          <a:lstStyle/>
          <a:p>
            <a:pPr marL="0" lvl="0" indent="0" algn="l" rtl="0">
              <a:lnSpc>
                <a:spcPct val="115000"/>
              </a:lnSpc>
              <a:spcBef>
                <a:spcPts val="0"/>
              </a:spcBef>
              <a:spcAft>
                <a:spcPts val="0"/>
              </a:spcAft>
              <a:buClr>
                <a:schemeClr val="dk1"/>
              </a:buClr>
              <a:buSzPts val="1100"/>
              <a:buFont typeface="Arial"/>
              <a:buNone/>
            </a:pPr>
            <a:r>
              <a:rPr lang="en" sz="1400">
                <a:solidFill>
                  <a:schemeClr val="lt1"/>
                </a:solidFill>
                <a:latin typeface="Urbanist"/>
                <a:ea typeface="Urbanist"/>
                <a:cs typeface="Urbanist"/>
                <a:sym typeface="Urbanist"/>
              </a:rPr>
              <a:t>transparency, uncertainty, “research only” </a:t>
            </a:r>
            <a:endParaRPr sz="1400">
              <a:solidFill>
                <a:schemeClr val="lt1"/>
              </a:solidFill>
              <a:latin typeface="Urbanist"/>
              <a:ea typeface="Urbanist"/>
              <a:cs typeface="Urbanist"/>
              <a:sym typeface="Urbanist"/>
            </a:endParaRPr>
          </a:p>
          <a:p>
            <a:pPr marL="0" lvl="0" indent="0" algn="l" rtl="0">
              <a:spcBef>
                <a:spcPts val="0"/>
              </a:spcBef>
              <a:spcAft>
                <a:spcPts val="0"/>
              </a:spcAft>
              <a:buNone/>
            </a:pPr>
            <a:endParaRPr>
              <a:solidFill>
                <a:schemeClr val="lt1"/>
              </a:solidFill>
              <a:latin typeface="Urbanist"/>
              <a:ea typeface="Urbanist"/>
              <a:cs typeface="Urbanist"/>
              <a:sym typeface="Urbanist"/>
            </a:endParaRPr>
          </a:p>
        </p:txBody>
      </p:sp>
      <p:sp>
        <p:nvSpPr>
          <p:cNvPr id="587" name="Google Shape;587;p61"/>
          <p:cNvSpPr/>
          <p:nvPr/>
        </p:nvSpPr>
        <p:spPr>
          <a:xfrm>
            <a:off x="157200" y="4614625"/>
            <a:ext cx="8829600" cy="359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91"/>
        <p:cNvGrpSpPr/>
        <p:nvPr/>
      </p:nvGrpSpPr>
      <p:grpSpPr>
        <a:xfrm>
          <a:off x="0" y="0"/>
          <a:ext cx="0" cy="0"/>
          <a:chOff x="0" y="0"/>
          <a:chExt cx="0" cy="0"/>
        </a:xfrm>
      </p:grpSpPr>
      <p:cxnSp>
        <p:nvCxnSpPr>
          <p:cNvPr id="592" name="Google Shape;592;p62"/>
          <p:cNvCxnSpPr/>
          <p:nvPr/>
        </p:nvCxnSpPr>
        <p:spPr>
          <a:xfrm>
            <a:off x="3060563" y="1485050"/>
            <a:ext cx="0" cy="3198900"/>
          </a:xfrm>
          <a:prstGeom prst="straightConnector1">
            <a:avLst/>
          </a:prstGeom>
          <a:noFill/>
          <a:ln w="9525" cap="flat" cmpd="sng">
            <a:solidFill>
              <a:schemeClr val="accent1"/>
            </a:solidFill>
            <a:prstDash val="solid"/>
            <a:round/>
            <a:headEnd type="none" w="med" len="med"/>
            <a:tailEnd type="none" w="med" len="med"/>
          </a:ln>
        </p:spPr>
      </p:cxnSp>
      <p:cxnSp>
        <p:nvCxnSpPr>
          <p:cNvPr id="593" name="Google Shape;593;p62"/>
          <p:cNvCxnSpPr/>
          <p:nvPr/>
        </p:nvCxnSpPr>
        <p:spPr>
          <a:xfrm>
            <a:off x="238800" y="1485050"/>
            <a:ext cx="8676900" cy="0"/>
          </a:xfrm>
          <a:prstGeom prst="straightConnector1">
            <a:avLst/>
          </a:prstGeom>
          <a:noFill/>
          <a:ln w="9525" cap="flat" cmpd="sng">
            <a:solidFill>
              <a:schemeClr val="accent1"/>
            </a:solidFill>
            <a:prstDash val="solid"/>
            <a:round/>
            <a:headEnd type="none" w="med" len="med"/>
            <a:tailEnd type="none" w="med" len="med"/>
          </a:ln>
        </p:spPr>
      </p:cxnSp>
      <p:cxnSp>
        <p:nvCxnSpPr>
          <p:cNvPr id="594" name="Google Shape;594;p62"/>
          <p:cNvCxnSpPr/>
          <p:nvPr/>
        </p:nvCxnSpPr>
        <p:spPr>
          <a:xfrm>
            <a:off x="5989538" y="1485050"/>
            <a:ext cx="0" cy="3198900"/>
          </a:xfrm>
          <a:prstGeom prst="straightConnector1">
            <a:avLst/>
          </a:prstGeom>
          <a:noFill/>
          <a:ln w="9525" cap="flat" cmpd="sng">
            <a:solidFill>
              <a:schemeClr val="accent1"/>
            </a:solidFill>
            <a:prstDash val="solid"/>
            <a:round/>
            <a:headEnd type="none" w="med" len="med"/>
            <a:tailEnd type="none" w="med" len="med"/>
          </a:ln>
        </p:spPr>
      </p:cxnSp>
      <p:grpSp>
        <p:nvGrpSpPr>
          <p:cNvPr id="595" name="Google Shape;595;p62"/>
          <p:cNvGrpSpPr/>
          <p:nvPr/>
        </p:nvGrpSpPr>
        <p:grpSpPr>
          <a:xfrm>
            <a:off x="2698631" y="1801500"/>
            <a:ext cx="204654" cy="204654"/>
            <a:chOff x="259788" y="1923155"/>
            <a:chExt cx="409800" cy="409800"/>
          </a:xfrm>
        </p:grpSpPr>
        <p:sp>
          <p:nvSpPr>
            <p:cNvPr id="596" name="Google Shape;596;p62"/>
            <p:cNvSpPr/>
            <p:nvPr/>
          </p:nvSpPr>
          <p:spPr>
            <a:xfrm>
              <a:off x="259788" y="1923155"/>
              <a:ext cx="409800" cy="4098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grpSp>
          <p:nvGrpSpPr>
            <p:cNvPr id="597" name="Google Shape;597;p62"/>
            <p:cNvGrpSpPr/>
            <p:nvPr/>
          </p:nvGrpSpPr>
          <p:grpSpPr>
            <a:xfrm>
              <a:off x="362088" y="2093825"/>
              <a:ext cx="205200" cy="102600"/>
              <a:chOff x="498725" y="2069800"/>
              <a:chExt cx="205200" cy="102600"/>
            </a:xfrm>
          </p:grpSpPr>
          <p:cxnSp>
            <p:nvCxnSpPr>
              <p:cNvPr id="598" name="Google Shape;598;p62"/>
              <p:cNvCxnSpPr/>
              <p:nvPr/>
            </p:nvCxnSpPr>
            <p:spPr>
              <a:xfrm>
                <a:off x="498725" y="2069800"/>
                <a:ext cx="102600" cy="102600"/>
              </a:xfrm>
              <a:prstGeom prst="straightConnector1">
                <a:avLst/>
              </a:prstGeom>
              <a:noFill/>
              <a:ln w="9525" cap="flat" cmpd="sng">
                <a:solidFill>
                  <a:schemeClr val="accent3"/>
                </a:solidFill>
                <a:prstDash val="solid"/>
                <a:round/>
                <a:headEnd type="none" w="med" len="med"/>
                <a:tailEnd type="none" w="med" len="med"/>
              </a:ln>
            </p:spPr>
          </p:cxnSp>
          <p:cxnSp>
            <p:nvCxnSpPr>
              <p:cNvPr id="599" name="Google Shape;599;p62"/>
              <p:cNvCxnSpPr/>
              <p:nvPr/>
            </p:nvCxnSpPr>
            <p:spPr>
              <a:xfrm flipH="1">
                <a:off x="601325" y="2069800"/>
                <a:ext cx="102600" cy="102600"/>
              </a:xfrm>
              <a:prstGeom prst="straightConnector1">
                <a:avLst/>
              </a:prstGeom>
              <a:noFill/>
              <a:ln w="9525" cap="flat" cmpd="sng">
                <a:solidFill>
                  <a:schemeClr val="accent3"/>
                </a:solidFill>
                <a:prstDash val="solid"/>
                <a:round/>
                <a:headEnd type="none" w="med" len="med"/>
                <a:tailEnd type="none" w="med" len="med"/>
              </a:ln>
            </p:spPr>
          </p:cxnSp>
        </p:grpSp>
      </p:grpSp>
      <p:grpSp>
        <p:nvGrpSpPr>
          <p:cNvPr id="600" name="Google Shape;600;p62"/>
          <p:cNvGrpSpPr/>
          <p:nvPr/>
        </p:nvGrpSpPr>
        <p:grpSpPr>
          <a:xfrm>
            <a:off x="5618381" y="1801500"/>
            <a:ext cx="204654" cy="204654"/>
            <a:chOff x="259788" y="1923155"/>
            <a:chExt cx="409800" cy="409800"/>
          </a:xfrm>
        </p:grpSpPr>
        <p:sp>
          <p:nvSpPr>
            <p:cNvPr id="601" name="Google Shape;601;p62"/>
            <p:cNvSpPr/>
            <p:nvPr/>
          </p:nvSpPr>
          <p:spPr>
            <a:xfrm>
              <a:off x="259788" y="1923155"/>
              <a:ext cx="409800" cy="4098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grpSp>
          <p:nvGrpSpPr>
            <p:cNvPr id="602" name="Google Shape;602;p62"/>
            <p:cNvGrpSpPr/>
            <p:nvPr/>
          </p:nvGrpSpPr>
          <p:grpSpPr>
            <a:xfrm>
              <a:off x="362088" y="2093825"/>
              <a:ext cx="205200" cy="102600"/>
              <a:chOff x="498725" y="2069800"/>
              <a:chExt cx="205200" cy="102600"/>
            </a:xfrm>
          </p:grpSpPr>
          <p:cxnSp>
            <p:nvCxnSpPr>
              <p:cNvPr id="603" name="Google Shape;603;p62"/>
              <p:cNvCxnSpPr/>
              <p:nvPr/>
            </p:nvCxnSpPr>
            <p:spPr>
              <a:xfrm>
                <a:off x="498725" y="2069800"/>
                <a:ext cx="102600" cy="102600"/>
              </a:xfrm>
              <a:prstGeom prst="straightConnector1">
                <a:avLst/>
              </a:prstGeom>
              <a:noFill/>
              <a:ln w="9525" cap="flat" cmpd="sng">
                <a:solidFill>
                  <a:schemeClr val="accent3"/>
                </a:solidFill>
                <a:prstDash val="solid"/>
                <a:round/>
                <a:headEnd type="none" w="med" len="med"/>
                <a:tailEnd type="none" w="med" len="med"/>
              </a:ln>
            </p:spPr>
          </p:cxnSp>
          <p:cxnSp>
            <p:nvCxnSpPr>
              <p:cNvPr id="604" name="Google Shape;604;p62"/>
              <p:cNvCxnSpPr/>
              <p:nvPr/>
            </p:nvCxnSpPr>
            <p:spPr>
              <a:xfrm flipH="1">
                <a:off x="601325" y="2069800"/>
                <a:ext cx="102600" cy="102600"/>
              </a:xfrm>
              <a:prstGeom prst="straightConnector1">
                <a:avLst/>
              </a:prstGeom>
              <a:noFill/>
              <a:ln w="9525" cap="flat" cmpd="sng">
                <a:solidFill>
                  <a:schemeClr val="accent3"/>
                </a:solidFill>
                <a:prstDash val="solid"/>
                <a:round/>
                <a:headEnd type="none" w="med" len="med"/>
                <a:tailEnd type="none" w="med" len="med"/>
              </a:ln>
            </p:spPr>
          </p:cxnSp>
        </p:grpSp>
      </p:grpSp>
      <p:grpSp>
        <p:nvGrpSpPr>
          <p:cNvPr id="605" name="Google Shape;605;p62"/>
          <p:cNvGrpSpPr/>
          <p:nvPr/>
        </p:nvGrpSpPr>
        <p:grpSpPr>
          <a:xfrm>
            <a:off x="8711056" y="1801500"/>
            <a:ext cx="204654" cy="204654"/>
            <a:chOff x="259788" y="1923155"/>
            <a:chExt cx="409800" cy="409800"/>
          </a:xfrm>
        </p:grpSpPr>
        <p:sp>
          <p:nvSpPr>
            <p:cNvPr id="606" name="Google Shape;606;p62"/>
            <p:cNvSpPr/>
            <p:nvPr/>
          </p:nvSpPr>
          <p:spPr>
            <a:xfrm>
              <a:off x="259788" y="1923155"/>
              <a:ext cx="409800" cy="409800"/>
            </a:xfrm>
            <a:prstGeom prst="ellipse">
              <a:avLst/>
            </a:prstGeom>
            <a:noFill/>
            <a:ln w="9525" cap="flat" cmpd="sng">
              <a:solidFill>
                <a:schemeClr val="accent3"/>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grpSp>
          <p:nvGrpSpPr>
            <p:cNvPr id="607" name="Google Shape;607;p62"/>
            <p:cNvGrpSpPr/>
            <p:nvPr/>
          </p:nvGrpSpPr>
          <p:grpSpPr>
            <a:xfrm>
              <a:off x="362088" y="2093825"/>
              <a:ext cx="205200" cy="102600"/>
              <a:chOff x="498725" y="2069800"/>
              <a:chExt cx="205200" cy="102600"/>
            </a:xfrm>
          </p:grpSpPr>
          <p:cxnSp>
            <p:nvCxnSpPr>
              <p:cNvPr id="608" name="Google Shape;608;p62"/>
              <p:cNvCxnSpPr/>
              <p:nvPr/>
            </p:nvCxnSpPr>
            <p:spPr>
              <a:xfrm>
                <a:off x="498725" y="2069800"/>
                <a:ext cx="102600" cy="102600"/>
              </a:xfrm>
              <a:prstGeom prst="straightConnector1">
                <a:avLst/>
              </a:prstGeom>
              <a:noFill/>
              <a:ln w="9525" cap="flat" cmpd="sng">
                <a:solidFill>
                  <a:schemeClr val="accent3"/>
                </a:solidFill>
                <a:prstDash val="solid"/>
                <a:round/>
                <a:headEnd type="none" w="med" len="med"/>
                <a:tailEnd type="none" w="med" len="med"/>
              </a:ln>
            </p:spPr>
          </p:cxnSp>
          <p:cxnSp>
            <p:nvCxnSpPr>
              <p:cNvPr id="609" name="Google Shape;609;p62"/>
              <p:cNvCxnSpPr/>
              <p:nvPr/>
            </p:nvCxnSpPr>
            <p:spPr>
              <a:xfrm flipH="1">
                <a:off x="601325" y="2069800"/>
                <a:ext cx="102600" cy="102600"/>
              </a:xfrm>
              <a:prstGeom prst="straightConnector1">
                <a:avLst/>
              </a:prstGeom>
              <a:noFill/>
              <a:ln w="9525" cap="flat" cmpd="sng">
                <a:solidFill>
                  <a:schemeClr val="accent3"/>
                </a:solidFill>
                <a:prstDash val="solid"/>
                <a:round/>
                <a:headEnd type="none" w="med" len="med"/>
                <a:tailEnd type="none" w="med" len="med"/>
              </a:ln>
            </p:spPr>
          </p:cxnSp>
        </p:grpSp>
      </p:grpSp>
      <p:sp>
        <p:nvSpPr>
          <p:cNvPr id="610" name="Google Shape;610;p62"/>
          <p:cNvSpPr txBox="1">
            <a:spLocks noGrp="1"/>
          </p:cNvSpPr>
          <p:nvPr>
            <p:ph type="title"/>
          </p:nvPr>
        </p:nvSpPr>
        <p:spPr>
          <a:xfrm>
            <a:off x="228600" y="613525"/>
            <a:ext cx="7223400" cy="406200"/>
          </a:xfrm>
          <a:prstGeom prst="rect">
            <a:avLst/>
          </a:prstGeom>
        </p:spPr>
        <p:txBody>
          <a:bodyPr spcFirstLastPara="1" wrap="square" lIns="0" tIns="0" rIns="91425" bIns="91425" anchor="t" anchorCtr="0">
            <a:spAutoFit/>
          </a:bodyPr>
          <a:lstStyle/>
          <a:p>
            <a:pPr marL="0" lvl="0" indent="0" algn="l" rtl="0">
              <a:spcBef>
                <a:spcPts val="0"/>
              </a:spcBef>
              <a:spcAft>
                <a:spcPts val="0"/>
              </a:spcAft>
              <a:buClr>
                <a:schemeClr val="dk1"/>
              </a:buClr>
              <a:buSzPts val="1100"/>
              <a:buNone/>
            </a:pPr>
            <a:r>
              <a:rPr lang="en"/>
              <a:t>Q&amp;A examples (audience questions)</a:t>
            </a:r>
            <a:endParaRPr/>
          </a:p>
        </p:txBody>
      </p:sp>
      <p:sp>
        <p:nvSpPr>
          <p:cNvPr id="611" name="Google Shape;611;p62"/>
          <p:cNvSpPr txBox="1">
            <a:spLocks noGrp="1"/>
          </p:cNvSpPr>
          <p:nvPr>
            <p:ph type="subTitle" idx="2"/>
          </p:nvPr>
        </p:nvSpPr>
        <p:spPr>
          <a:xfrm>
            <a:off x="320625" y="4675975"/>
            <a:ext cx="2700000" cy="236400"/>
          </a:xfrm>
          <a:prstGeom prst="rect">
            <a:avLst/>
          </a:prstGeom>
        </p:spPr>
        <p:txBody>
          <a:bodyPr spcFirstLastPara="1" wrap="square" lIns="0" tIns="0" rIns="0" bIns="0" anchor="b" anchorCtr="0">
            <a:noAutofit/>
          </a:bodyPr>
          <a:lstStyle/>
          <a:p>
            <a:pPr marL="0" lvl="0" indent="0" algn="l" rtl="0">
              <a:spcBef>
                <a:spcPts val="0"/>
              </a:spcBef>
              <a:spcAft>
                <a:spcPts val="0"/>
              </a:spcAft>
              <a:buClr>
                <a:schemeClr val="dk1"/>
              </a:buClr>
              <a:buSzPts val="1100"/>
              <a:buNone/>
            </a:pPr>
            <a:r>
              <a:rPr lang="en"/>
              <a:t>Company Name</a:t>
            </a:r>
            <a:endParaRPr/>
          </a:p>
        </p:txBody>
      </p:sp>
      <p:sp>
        <p:nvSpPr>
          <p:cNvPr id="612" name="Google Shape;612;p62"/>
          <p:cNvSpPr txBox="1">
            <a:spLocks noGrp="1"/>
          </p:cNvSpPr>
          <p:nvPr>
            <p:ph type="subTitle" idx="3"/>
          </p:nvPr>
        </p:nvSpPr>
        <p:spPr>
          <a:xfrm>
            <a:off x="4716740" y="4675975"/>
            <a:ext cx="2294700" cy="236400"/>
          </a:xfrm>
          <a:prstGeom prst="rect">
            <a:avLst/>
          </a:prstGeom>
        </p:spPr>
        <p:txBody>
          <a:bodyPr spcFirstLastPara="1" wrap="square" lIns="0" tIns="0" rIns="0" bIns="0" anchor="b" anchorCtr="0">
            <a:noAutofit/>
          </a:bodyPr>
          <a:lstStyle/>
          <a:p>
            <a:pPr marL="0" lvl="0" indent="0" algn="l" rtl="0">
              <a:spcBef>
                <a:spcPts val="0"/>
              </a:spcBef>
              <a:spcAft>
                <a:spcPts val="0"/>
              </a:spcAft>
              <a:buNone/>
            </a:pPr>
            <a:r>
              <a:rPr lang="en"/>
              <a:t>Quarter Month</a:t>
            </a:r>
            <a:endParaRPr/>
          </a:p>
        </p:txBody>
      </p:sp>
      <p:sp>
        <p:nvSpPr>
          <p:cNvPr id="613" name="Google Shape;613;p62"/>
          <p:cNvSpPr txBox="1">
            <a:spLocks noGrp="1"/>
          </p:cNvSpPr>
          <p:nvPr>
            <p:ph type="subTitle" idx="4"/>
          </p:nvPr>
        </p:nvSpPr>
        <p:spPr>
          <a:xfrm>
            <a:off x="6859200" y="4683725"/>
            <a:ext cx="2056500" cy="228600"/>
          </a:xfrm>
          <a:prstGeom prst="rect">
            <a:avLst/>
          </a:prstGeom>
        </p:spPr>
        <p:txBody>
          <a:bodyPr spcFirstLastPara="1" wrap="square" lIns="0" tIns="0" rIns="0" bIns="0" anchor="b" anchorCtr="0">
            <a:noAutofit/>
          </a:bodyPr>
          <a:lstStyle/>
          <a:p>
            <a:pPr marL="0" lvl="0" indent="0" algn="r" rtl="0">
              <a:spcBef>
                <a:spcPts val="0"/>
              </a:spcBef>
              <a:spcAft>
                <a:spcPts val="0"/>
              </a:spcAft>
              <a:buClr>
                <a:schemeClr val="dk1"/>
              </a:buClr>
              <a:buSzPts val="1100"/>
              <a:buNone/>
            </a:pPr>
            <a:r>
              <a:rPr lang="en"/>
              <a:t>Year</a:t>
            </a:r>
            <a:endParaRPr/>
          </a:p>
        </p:txBody>
      </p:sp>
      <p:sp>
        <p:nvSpPr>
          <p:cNvPr id="614" name="Google Shape;614;p62"/>
          <p:cNvSpPr txBox="1">
            <a:spLocks noGrp="1"/>
          </p:cNvSpPr>
          <p:nvPr>
            <p:ph type="subTitle" idx="5"/>
          </p:nvPr>
        </p:nvSpPr>
        <p:spPr>
          <a:xfrm>
            <a:off x="254625" y="1638300"/>
            <a:ext cx="2383500" cy="11883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sz="1200"/>
              <a:t>What is one real-world example of when this approach would have helped—and one example of when it might have failed? </a:t>
            </a:r>
            <a:endParaRPr sz="1200"/>
          </a:p>
        </p:txBody>
      </p:sp>
      <p:sp>
        <p:nvSpPr>
          <p:cNvPr id="615" name="Google Shape;615;p62"/>
          <p:cNvSpPr txBox="1">
            <a:spLocks noGrp="1"/>
          </p:cNvSpPr>
          <p:nvPr>
            <p:ph type="body" idx="8"/>
          </p:nvPr>
        </p:nvSpPr>
        <p:spPr>
          <a:xfrm>
            <a:off x="263500" y="3544475"/>
            <a:ext cx="2665200" cy="1188300"/>
          </a:xfrm>
          <a:prstGeom prst="rect">
            <a:avLst/>
          </a:prstGeom>
        </p:spPr>
        <p:txBody>
          <a:bodyPr spcFirstLastPara="1" wrap="square" lIns="0" tIns="0" rIns="91425" bIns="91425" anchor="b" anchorCtr="0">
            <a:noAutofit/>
          </a:bodyPr>
          <a:lstStyle/>
          <a:p>
            <a:pPr marL="0" lvl="0" indent="0" algn="l" rtl="0">
              <a:spcBef>
                <a:spcPts val="0"/>
              </a:spcBef>
              <a:spcAft>
                <a:spcPts val="0"/>
              </a:spcAft>
              <a:buNone/>
            </a:pPr>
            <a:r>
              <a:rPr lang="en" sz="1100"/>
              <a:t>A plausible “help” scenario is when prediction markets tied to rates, macro policy, or recession risk shift materially before equity markets re-price; a topic index might capture that change early and improve risk awareness for the next day. A likely “fail” scenario is a sudden shock (unexpected geopolitical event or surprise macro data) where both prediction markets and equities reprice too late, or where the relevant prediction markets are thin or slow, causing the model to lag reality.</a:t>
            </a:r>
            <a:endParaRPr sz="1100"/>
          </a:p>
        </p:txBody>
      </p:sp>
      <p:sp>
        <p:nvSpPr>
          <p:cNvPr id="616" name="Google Shape;616;p62"/>
          <p:cNvSpPr/>
          <p:nvPr/>
        </p:nvSpPr>
        <p:spPr>
          <a:xfrm>
            <a:off x="162450" y="4732775"/>
            <a:ext cx="8829600" cy="359100"/>
          </a:xfrm>
          <a:prstGeom prst="rect">
            <a:avLst/>
          </a:prstGeom>
          <a:solidFill>
            <a:schemeClr val="dk1"/>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endParaRPr>
              <a:solidFill>
                <a:schemeClr val="lt1"/>
              </a:solidFill>
              <a:latin typeface="Urbanist"/>
              <a:ea typeface="Urbanist"/>
              <a:cs typeface="Urbanist"/>
              <a:sym typeface="Urbanist"/>
            </a:endParaRPr>
          </a:p>
        </p:txBody>
      </p:sp>
      <p:sp>
        <p:nvSpPr>
          <p:cNvPr id="617" name="Google Shape;617;p62"/>
          <p:cNvSpPr txBox="1">
            <a:spLocks noGrp="1"/>
          </p:cNvSpPr>
          <p:nvPr>
            <p:ph type="subTitle" idx="5"/>
          </p:nvPr>
        </p:nvSpPr>
        <p:spPr>
          <a:xfrm>
            <a:off x="3168050" y="1638300"/>
            <a:ext cx="2383500" cy="11883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sz="1200"/>
              <a:t>How would a typical investor use the results—buy/sell timing, sizing, or just caution?  </a:t>
            </a:r>
            <a:endParaRPr sz="1200"/>
          </a:p>
        </p:txBody>
      </p:sp>
      <p:sp>
        <p:nvSpPr>
          <p:cNvPr id="618" name="Google Shape;618;p62"/>
          <p:cNvSpPr txBox="1">
            <a:spLocks noGrp="1"/>
          </p:cNvSpPr>
          <p:nvPr>
            <p:ph type="body" idx="8"/>
          </p:nvPr>
        </p:nvSpPr>
        <p:spPr>
          <a:xfrm>
            <a:off x="3192463" y="2871163"/>
            <a:ext cx="2665200" cy="1188300"/>
          </a:xfrm>
          <a:prstGeom prst="rect">
            <a:avLst/>
          </a:prstGeom>
        </p:spPr>
        <p:txBody>
          <a:bodyPr spcFirstLastPara="1" wrap="square" lIns="0" tIns="0" rIns="91425" bIns="91425" anchor="b" anchorCtr="0">
            <a:noAutofit/>
          </a:bodyPr>
          <a:lstStyle/>
          <a:p>
            <a:pPr marL="0" lvl="0" indent="0" algn="l" rtl="0">
              <a:spcBef>
                <a:spcPts val="0"/>
              </a:spcBef>
              <a:spcAft>
                <a:spcPts val="0"/>
              </a:spcAft>
              <a:buNone/>
            </a:pPr>
            <a:r>
              <a:rPr lang="en" sz="1100"/>
              <a:t>Based on these results, the most reasonable use is risk management, not precise timing: for example, using the model’s output (especially when VIX indicates a different regime) to adjust exposure modestly, tighten risk limits, or reduce leverage. It is not strong enough in this study to justify aggressive all-in directional trades.</a:t>
            </a:r>
            <a:endParaRPr sz="1100"/>
          </a:p>
        </p:txBody>
      </p:sp>
      <p:sp>
        <p:nvSpPr>
          <p:cNvPr id="619" name="Google Shape;619;p62"/>
          <p:cNvSpPr txBox="1">
            <a:spLocks noGrp="1"/>
          </p:cNvSpPr>
          <p:nvPr>
            <p:ph type="subTitle" idx="5"/>
          </p:nvPr>
        </p:nvSpPr>
        <p:spPr>
          <a:xfrm>
            <a:off x="6090350" y="1638300"/>
            <a:ext cx="2383500" cy="1188300"/>
          </a:xfrm>
          <a:prstGeom prst="rect">
            <a:avLst/>
          </a:prstGeom>
        </p:spPr>
        <p:txBody>
          <a:bodyPr spcFirstLastPara="1" wrap="square" lIns="0" tIns="0" rIns="91425" bIns="91425" anchor="t" anchorCtr="0">
            <a:noAutofit/>
          </a:bodyPr>
          <a:lstStyle/>
          <a:p>
            <a:pPr marL="0" lvl="0" indent="0" algn="l" rtl="0">
              <a:spcBef>
                <a:spcPts val="0"/>
              </a:spcBef>
              <a:spcAft>
                <a:spcPts val="0"/>
              </a:spcAft>
              <a:buNone/>
            </a:pPr>
            <a:r>
              <a:rPr lang="en" sz="1200"/>
              <a:t>What are the biggest practical obstacles to using prediction market data, and how would you handle them? </a:t>
            </a:r>
            <a:endParaRPr sz="1200"/>
          </a:p>
        </p:txBody>
      </p:sp>
      <p:sp>
        <p:nvSpPr>
          <p:cNvPr id="620" name="Google Shape;620;p62"/>
          <p:cNvSpPr txBox="1">
            <a:spLocks noGrp="1"/>
          </p:cNvSpPr>
          <p:nvPr>
            <p:ph type="body" idx="8"/>
          </p:nvPr>
        </p:nvSpPr>
        <p:spPr>
          <a:xfrm>
            <a:off x="6080700" y="3382375"/>
            <a:ext cx="2665200" cy="1188300"/>
          </a:xfrm>
          <a:prstGeom prst="rect">
            <a:avLst/>
          </a:prstGeom>
        </p:spPr>
        <p:txBody>
          <a:bodyPr spcFirstLastPara="1" wrap="square" lIns="0" tIns="0" rIns="91425" bIns="91425" anchor="b" anchorCtr="0">
            <a:noAutofit/>
          </a:bodyPr>
          <a:lstStyle/>
          <a:p>
            <a:pPr marL="0" lvl="0" indent="0" algn="l" rtl="0">
              <a:spcBef>
                <a:spcPts val="0"/>
              </a:spcBef>
              <a:spcAft>
                <a:spcPts val="0"/>
              </a:spcAft>
              <a:buNone/>
            </a:pPr>
            <a:r>
              <a:rPr lang="en" sz="1100"/>
              <a:t>Key obstacles include (a) availability and coverage (many markets are short-lived), (b) liquidity and noise, (c) API or platform changes, (d) time alignment between 24/7 markets and U.S. trading days, and (e) feature stability as topic composition changes over time. Mitigations include caching, monitoring coverage and missingness, using robust topic aggregation, adding fallback features, and building alerts for sudden changes in market availability.</a:t>
            </a:r>
            <a:endParaRPr sz="110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Dark Particles">
  <a:themeElements>
    <a:clrScheme name="Simple Light">
      <a:dk1>
        <a:srgbClr val="000000"/>
      </a:dk1>
      <a:lt1>
        <a:srgbClr val="FFFFFF"/>
      </a:lt1>
      <a:dk2>
        <a:srgbClr val="F5F5F5"/>
      </a:dk2>
      <a:lt2>
        <a:srgbClr val="323232"/>
      </a:lt2>
      <a:accent1>
        <a:srgbClr val="434343"/>
      </a:accent1>
      <a:accent2>
        <a:srgbClr val="252525"/>
      </a:accent2>
      <a:accent3>
        <a:srgbClr val="DEFF9A"/>
      </a:accent3>
      <a:accent4>
        <a:srgbClr val="DAFFDE"/>
      </a:accent4>
      <a:accent5>
        <a:srgbClr val="4CDC8B"/>
      </a:accent5>
      <a:accent6>
        <a:srgbClr val="4C7FDC"/>
      </a:accent6>
      <a:hlink>
        <a:srgbClr val="18181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670</Words>
  <Application>Microsoft Macintosh PowerPoint</Application>
  <PresentationFormat>On-screen Show (16:9)</PresentationFormat>
  <Paragraphs>78</Paragraphs>
  <Slides>10</Slides>
  <Notes>10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10</vt:i4>
      </vt:variant>
    </vt:vector>
  </HeadingPairs>
  <TitlesOfParts>
    <vt:vector size="16" baseType="lpstr">
      <vt:lpstr>Urbanist</vt:lpstr>
      <vt:lpstr>Urbanist Medium</vt:lpstr>
      <vt:lpstr>Urbanist SemiBold</vt:lpstr>
      <vt:lpstr>Arial</vt:lpstr>
      <vt:lpstr>Simple Light</vt:lpstr>
      <vt:lpstr>Dark Particles</vt:lpstr>
      <vt:lpstr>Using Polymarket Prediction Markets to Forecast S&amp;P 500 Daily Direction</vt:lpstr>
      <vt:lpstr>1</vt:lpstr>
      <vt:lpstr>Polymarket (Gamma + CLOB histories) + SPY/VIX (Yahoo Finance/yfinance) Problem: strict daily SPX up/down markets are sparse/short-lived Pivot: “fusion universe” + topic aggregation   </vt:lpstr>
      <vt:lpstr>Need longer continuous histories for supervised ML Filter markets by minimum history length Cache + daily alignment (UTC → daily key; merge to trading days)    </vt:lpstr>
      <vt:lpstr>Per-market features are sparse → aggregate to topics Topics used: crypto, rates, growth/recession, policy risk Daily topic features: level, changes, rolling means + active count    </vt:lpstr>
      <vt:lpstr>Elastic-net logistic regression (interpretable + regularized) Walk-forward validation (time-ordered; avoids leakage) Metrics: Accuracy (hit rate) + AUC (ranking quality)    </vt:lpstr>
      <vt:lpstr>Baselines: Always-up ≈ 0.59 accuracy Yesterday-sign ≈ 0.51 accuracy Topics-only: ~baseline accuracy, weak AUC Adding VIX: small accuracy lift + meaningful AUC lift   </vt:lpstr>
      <vt:lpstr>VIX-related features have large coefficients → volatility regime matters Topic signals look weaker / unstable in this sample   </vt:lpstr>
      <vt:lpstr>Limitations + ethical considerations  </vt:lpstr>
      <vt:lpstr>Q&amp;A examples (audience questions)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Zicheng Xu</cp:lastModifiedBy>
  <cp:revision>1</cp:revision>
  <dcterms:modified xsi:type="dcterms:W3CDTF">2026-01-18T17:39:45Z</dcterms:modified>
</cp:coreProperties>
</file>